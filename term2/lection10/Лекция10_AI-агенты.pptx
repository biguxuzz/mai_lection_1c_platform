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4389" r:id="rId3"/>
  </p:sldMasterIdLst>
  <p:notesMasterIdLst>
    <p:notesMasterId r:id="rId36"/>
  </p:notesMasterIdLst>
  <p:handoutMasterIdLst>
    <p:handoutMasterId r:id="rId37"/>
  </p:handoutMasterIdLst>
  <p:sldIdLst>
    <p:sldId id="1009" r:id="rId4"/>
    <p:sldId id="1045" r:id="rId5"/>
    <p:sldId id="1046" r:id="rId6"/>
    <p:sldId id="1047" r:id="rId7"/>
    <p:sldId id="1048" r:id="rId8"/>
    <p:sldId id="1049" r:id="rId9"/>
    <p:sldId id="1050" r:id="rId10"/>
    <p:sldId id="1051" r:id="rId11"/>
    <p:sldId id="1052" r:id="rId12"/>
    <p:sldId id="1053" r:id="rId13"/>
    <p:sldId id="1054" r:id="rId14"/>
    <p:sldId id="1055" r:id="rId15"/>
    <p:sldId id="1056" r:id="rId16"/>
    <p:sldId id="1057" r:id="rId17"/>
    <p:sldId id="1058" r:id="rId18"/>
    <p:sldId id="1059" r:id="rId19"/>
    <p:sldId id="1060" r:id="rId20"/>
    <p:sldId id="1061" r:id="rId21"/>
    <p:sldId id="1062" r:id="rId22"/>
    <p:sldId id="1063" r:id="rId23"/>
    <p:sldId id="1064" r:id="rId24"/>
    <p:sldId id="1065" r:id="rId25"/>
    <p:sldId id="1066" r:id="rId26"/>
    <p:sldId id="1067" r:id="rId27"/>
    <p:sldId id="1068" r:id="rId28"/>
    <p:sldId id="1069" r:id="rId29"/>
    <p:sldId id="1070" r:id="rId30"/>
    <p:sldId id="1071" r:id="rId31"/>
    <p:sldId id="1072" r:id="rId32"/>
    <p:sldId id="1073" r:id="rId33"/>
    <p:sldId id="1074" r:id="rId34"/>
    <p:sldId id="1075" r:id="rId35"/>
  </p:sldIdLst>
  <p:sldSz cx="12192000" cy="6858000"/>
  <p:notesSz cx="6797675" cy="9872663"/>
  <p:defaultTextStyle>
    <a:defPPr>
      <a:defRPr lang="en-US"/>
    </a:defPPr>
    <a:lvl1pPr marL="0" algn="l" defTabSz="519488" rtl="0" eaLnBrk="1" latinLnBrk="0" hangingPunct="1">
      <a:defRPr sz="2045" kern="1200">
        <a:solidFill>
          <a:schemeClr val="tx1"/>
        </a:solidFill>
        <a:latin typeface="+mn-lt"/>
        <a:ea typeface="+mn-ea"/>
        <a:cs typeface="+mn-cs"/>
      </a:defRPr>
    </a:lvl1pPr>
    <a:lvl2pPr marL="519488" algn="l" defTabSz="519488" rtl="0" eaLnBrk="1" latinLnBrk="0" hangingPunct="1">
      <a:defRPr sz="2045" kern="1200">
        <a:solidFill>
          <a:schemeClr val="tx1"/>
        </a:solidFill>
        <a:latin typeface="+mn-lt"/>
        <a:ea typeface="+mn-ea"/>
        <a:cs typeface="+mn-cs"/>
      </a:defRPr>
    </a:lvl2pPr>
    <a:lvl3pPr marL="1038977" algn="l" defTabSz="519488" rtl="0" eaLnBrk="1" latinLnBrk="0" hangingPunct="1">
      <a:defRPr sz="2045" kern="1200">
        <a:solidFill>
          <a:schemeClr val="tx1"/>
        </a:solidFill>
        <a:latin typeface="+mn-lt"/>
        <a:ea typeface="+mn-ea"/>
        <a:cs typeface="+mn-cs"/>
      </a:defRPr>
    </a:lvl3pPr>
    <a:lvl4pPr marL="1558465" algn="l" defTabSz="519488" rtl="0" eaLnBrk="1" latinLnBrk="0" hangingPunct="1">
      <a:defRPr sz="2045" kern="1200">
        <a:solidFill>
          <a:schemeClr val="tx1"/>
        </a:solidFill>
        <a:latin typeface="+mn-lt"/>
        <a:ea typeface="+mn-ea"/>
        <a:cs typeface="+mn-cs"/>
      </a:defRPr>
    </a:lvl4pPr>
    <a:lvl5pPr marL="2077952" algn="l" defTabSz="519488" rtl="0" eaLnBrk="1" latinLnBrk="0" hangingPunct="1">
      <a:defRPr sz="2045" kern="1200">
        <a:solidFill>
          <a:schemeClr val="tx1"/>
        </a:solidFill>
        <a:latin typeface="+mn-lt"/>
        <a:ea typeface="+mn-ea"/>
        <a:cs typeface="+mn-cs"/>
      </a:defRPr>
    </a:lvl5pPr>
    <a:lvl6pPr marL="2597440" algn="l" defTabSz="519488" rtl="0" eaLnBrk="1" latinLnBrk="0" hangingPunct="1">
      <a:defRPr sz="2045" kern="1200">
        <a:solidFill>
          <a:schemeClr val="tx1"/>
        </a:solidFill>
        <a:latin typeface="+mn-lt"/>
        <a:ea typeface="+mn-ea"/>
        <a:cs typeface="+mn-cs"/>
      </a:defRPr>
    </a:lvl6pPr>
    <a:lvl7pPr marL="3116929" algn="l" defTabSz="519488" rtl="0" eaLnBrk="1" latinLnBrk="0" hangingPunct="1">
      <a:defRPr sz="2045" kern="1200">
        <a:solidFill>
          <a:schemeClr val="tx1"/>
        </a:solidFill>
        <a:latin typeface="+mn-lt"/>
        <a:ea typeface="+mn-ea"/>
        <a:cs typeface="+mn-cs"/>
      </a:defRPr>
    </a:lvl7pPr>
    <a:lvl8pPr marL="3636417" algn="l" defTabSz="519488" rtl="0" eaLnBrk="1" latinLnBrk="0" hangingPunct="1">
      <a:defRPr sz="2045" kern="1200">
        <a:solidFill>
          <a:schemeClr val="tx1"/>
        </a:solidFill>
        <a:latin typeface="+mn-lt"/>
        <a:ea typeface="+mn-ea"/>
        <a:cs typeface="+mn-cs"/>
      </a:defRPr>
    </a:lvl8pPr>
    <a:lvl9pPr marL="4155905" algn="l" defTabSz="519488" rtl="0" eaLnBrk="1" latinLnBrk="0" hangingPunct="1">
      <a:defRPr sz="204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52" userDrawn="1">
          <p15:clr>
            <a:srgbClr val="A4A3A4"/>
          </p15:clr>
        </p15:guide>
        <p15:guide id="2" pos="39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9">
          <p15:clr>
            <a:srgbClr val="A4A3A4"/>
          </p15:clr>
        </p15:guide>
        <p15:guide id="2" pos="2124">
          <p15:clr>
            <a:srgbClr val="A4A3A4"/>
          </p15:clr>
        </p15:guide>
        <p15:guide id="3" pos="214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Автор" initials="A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8"/>
    <a:srgbClr val="059E9A"/>
    <a:srgbClr val="1277BF"/>
    <a:srgbClr val="9FB0C4"/>
    <a:srgbClr val="59C620"/>
    <a:srgbClr val="042E99"/>
    <a:srgbClr val="9FB0C3"/>
    <a:srgbClr val="9FB1C4"/>
    <a:srgbClr val="EF1600"/>
    <a:srgbClr val="FF1000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20710B-B7D6-4D98-B8C4-38F6BE247844}" v="15" dt="2023-12-24T15:55:31.951"/>
    <p1510:client id="{D8DA2460-8BF3-4B8C-B822-47059CED5DC2}" v="6" dt="2024-01-10T08:56:36.1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615" autoAdjust="0"/>
    <p:restoredTop sz="95903" autoAdjust="0"/>
  </p:normalViewPr>
  <p:slideViewPr>
    <p:cSldViewPr snapToGrid="0" snapToObjects="1">
      <p:cViewPr varScale="1">
        <p:scale>
          <a:sx n="110" d="100"/>
          <a:sy n="110" d="100"/>
        </p:scale>
        <p:origin x="138" y="78"/>
      </p:cViewPr>
      <p:guideLst>
        <p:guide orient="horz" pos="3952"/>
        <p:guide pos="393"/>
      </p:guideLst>
    </p:cSldViewPr>
  </p:slideViewPr>
  <p:outlineViewPr>
    <p:cViewPr>
      <p:scale>
        <a:sx n="33" d="100"/>
        <a:sy n="33" d="100"/>
      </p:scale>
      <p:origin x="0" y="-582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 snapToObjects="1" showGuides="1">
      <p:cViewPr varScale="1">
        <p:scale>
          <a:sx n="82" d="100"/>
          <a:sy n="82" d="100"/>
        </p:scale>
        <p:origin x="2946" y="90"/>
      </p:cViewPr>
      <p:guideLst>
        <p:guide orient="horz" pos="3109"/>
        <p:guide pos="2124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presProps" Target="presProps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microsoft.com/office/2015/10/relationships/revisionInfo" Target="revisionInfo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1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45659" cy="493633"/>
          </a:xfrm>
          <a:prstGeom prst="rect">
            <a:avLst/>
          </a:prstGeom>
        </p:spPr>
        <p:txBody>
          <a:bodyPr vert="horz" lIns="91427" tIns="45714" rIns="91427" bIns="4571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4" y="2"/>
            <a:ext cx="2945659" cy="493633"/>
          </a:xfrm>
          <a:prstGeom prst="rect">
            <a:avLst/>
          </a:prstGeom>
        </p:spPr>
        <p:txBody>
          <a:bodyPr vert="horz" lIns="91427" tIns="45714" rIns="91427" bIns="45714" rtlCol="0"/>
          <a:lstStyle>
            <a:lvl1pPr algn="r">
              <a:defRPr sz="1200"/>
            </a:lvl1pPr>
          </a:lstStyle>
          <a:p>
            <a:fld id="{4FCF4903-D1A4-F14A-B207-A0D2CC9D4B8B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377318"/>
            <a:ext cx="2945659" cy="493633"/>
          </a:xfrm>
          <a:prstGeom prst="rect">
            <a:avLst/>
          </a:prstGeom>
        </p:spPr>
        <p:txBody>
          <a:bodyPr vert="horz" lIns="91427" tIns="45714" rIns="91427" bIns="4571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4" y="9377318"/>
            <a:ext cx="2945659" cy="493633"/>
          </a:xfrm>
          <a:prstGeom prst="rect">
            <a:avLst/>
          </a:prstGeom>
        </p:spPr>
        <p:txBody>
          <a:bodyPr vert="horz" lIns="91427" tIns="45714" rIns="91427" bIns="45714" rtlCol="0" anchor="b"/>
          <a:lstStyle>
            <a:lvl1pPr algn="r">
              <a:defRPr sz="1200"/>
            </a:lvl1pPr>
          </a:lstStyle>
          <a:p>
            <a:fld id="{B5DD393E-432A-C040-A9FC-9C0644B7F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2957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45659" cy="493633"/>
          </a:xfrm>
          <a:prstGeom prst="rect">
            <a:avLst/>
          </a:prstGeom>
        </p:spPr>
        <p:txBody>
          <a:bodyPr vert="horz" lIns="91427" tIns="45714" rIns="91427" bIns="45714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4" y="2"/>
            <a:ext cx="2945659" cy="493633"/>
          </a:xfrm>
          <a:prstGeom prst="rect">
            <a:avLst/>
          </a:prstGeom>
        </p:spPr>
        <p:txBody>
          <a:bodyPr vert="horz" lIns="91427" tIns="45714" rIns="91427" bIns="45714" rtlCol="0"/>
          <a:lstStyle>
            <a:lvl1pPr algn="r">
              <a:defRPr sz="1200"/>
            </a:lvl1pPr>
          </a:lstStyle>
          <a:p>
            <a:fld id="{BC5B4241-C98F-4766-9E25-5F8403374385}" type="datetimeFigureOut">
              <a:rPr lang="de-DE" smtClean="0"/>
              <a:t>18.11.2025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07950" y="739775"/>
            <a:ext cx="6581775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7" tIns="45714" rIns="91427" bIns="45714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689515"/>
            <a:ext cx="5438140" cy="4442698"/>
          </a:xfrm>
          <a:prstGeom prst="rect">
            <a:avLst/>
          </a:prstGeom>
        </p:spPr>
        <p:txBody>
          <a:bodyPr vert="horz" lIns="91427" tIns="45714" rIns="91427" bIns="45714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1" y="9377318"/>
            <a:ext cx="2945659" cy="493633"/>
          </a:xfrm>
          <a:prstGeom prst="rect">
            <a:avLst/>
          </a:prstGeom>
        </p:spPr>
        <p:txBody>
          <a:bodyPr vert="horz" lIns="91427" tIns="45714" rIns="91427" bIns="45714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4" y="9377318"/>
            <a:ext cx="2945659" cy="493633"/>
          </a:xfrm>
          <a:prstGeom prst="rect">
            <a:avLst/>
          </a:prstGeom>
        </p:spPr>
        <p:txBody>
          <a:bodyPr vert="horz" lIns="91427" tIns="45714" rIns="91427" bIns="45714" rtlCol="0" anchor="b"/>
          <a:lstStyle>
            <a:lvl1pPr algn="r">
              <a:defRPr sz="1200"/>
            </a:lvl1pPr>
          </a:lstStyle>
          <a:p>
            <a:fld id="{3C26ED65-54EF-4DE1-A434-72CD553BB44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2187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38977" rtl="0" eaLnBrk="1" latinLnBrk="0" hangingPunct="1">
      <a:defRPr sz="1364" kern="1200">
        <a:solidFill>
          <a:schemeClr val="tx1"/>
        </a:solidFill>
        <a:latin typeface="+mn-lt"/>
        <a:ea typeface="+mn-ea"/>
        <a:cs typeface="+mn-cs"/>
      </a:defRPr>
    </a:lvl1pPr>
    <a:lvl2pPr marL="519488" algn="l" defTabSz="1038977" rtl="0" eaLnBrk="1" latinLnBrk="0" hangingPunct="1">
      <a:defRPr sz="1364" kern="1200">
        <a:solidFill>
          <a:schemeClr val="tx1"/>
        </a:solidFill>
        <a:latin typeface="+mn-lt"/>
        <a:ea typeface="+mn-ea"/>
        <a:cs typeface="+mn-cs"/>
      </a:defRPr>
    </a:lvl2pPr>
    <a:lvl3pPr marL="1038977" algn="l" defTabSz="1038977" rtl="0" eaLnBrk="1" latinLnBrk="0" hangingPunct="1">
      <a:defRPr sz="1364" kern="1200">
        <a:solidFill>
          <a:schemeClr val="tx1"/>
        </a:solidFill>
        <a:latin typeface="+mn-lt"/>
        <a:ea typeface="+mn-ea"/>
        <a:cs typeface="+mn-cs"/>
      </a:defRPr>
    </a:lvl3pPr>
    <a:lvl4pPr marL="1558465" algn="l" defTabSz="1038977" rtl="0" eaLnBrk="1" latinLnBrk="0" hangingPunct="1">
      <a:defRPr sz="1364" kern="1200">
        <a:solidFill>
          <a:schemeClr val="tx1"/>
        </a:solidFill>
        <a:latin typeface="+mn-lt"/>
        <a:ea typeface="+mn-ea"/>
        <a:cs typeface="+mn-cs"/>
      </a:defRPr>
    </a:lvl4pPr>
    <a:lvl5pPr marL="2077952" algn="l" defTabSz="1038977" rtl="0" eaLnBrk="1" latinLnBrk="0" hangingPunct="1">
      <a:defRPr sz="1364" kern="1200">
        <a:solidFill>
          <a:schemeClr val="tx1"/>
        </a:solidFill>
        <a:latin typeface="+mn-lt"/>
        <a:ea typeface="+mn-ea"/>
        <a:cs typeface="+mn-cs"/>
      </a:defRPr>
    </a:lvl5pPr>
    <a:lvl6pPr marL="2597440" algn="l" defTabSz="1038977" rtl="0" eaLnBrk="1" latinLnBrk="0" hangingPunct="1">
      <a:defRPr sz="1364" kern="1200">
        <a:solidFill>
          <a:schemeClr val="tx1"/>
        </a:solidFill>
        <a:latin typeface="+mn-lt"/>
        <a:ea typeface="+mn-ea"/>
        <a:cs typeface="+mn-cs"/>
      </a:defRPr>
    </a:lvl6pPr>
    <a:lvl7pPr marL="3116929" algn="l" defTabSz="1038977" rtl="0" eaLnBrk="1" latinLnBrk="0" hangingPunct="1">
      <a:defRPr sz="1364" kern="1200">
        <a:solidFill>
          <a:schemeClr val="tx1"/>
        </a:solidFill>
        <a:latin typeface="+mn-lt"/>
        <a:ea typeface="+mn-ea"/>
        <a:cs typeface="+mn-cs"/>
      </a:defRPr>
    </a:lvl7pPr>
    <a:lvl8pPr marL="3636417" algn="l" defTabSz="1038977" rtl="0" eaLnBrk="1" latinLnBrk="0" hangingPunct="1">
      <a:defRPr sz="1364" kern="1200">
        <a:solidFill>
          <a:schemeClr val="tx1"/>
        </a:solidFill>
        <a:latin typeface="+mn-lt"/>
        <a:ea typeface="+mn-ea"/>
        <a:cs typeface="+mn-cs"/>
      </a:defRPr>
    </a:lvl8pPr>
    <a:lvl9pPr marL="4155905" algn="l" defTabSz="1038977" rtl="0" eaLnBrk="1" latinLnBrk="0" hangingPunct="1">
      <a:defRPr sz="136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adient background &amp; Client logo">
    <p:bg>
      <p:bgPr>
        <a:gradFill>
          <a:gsLst>
            <a:gs pos="0">
              <a:schemeClr val="accent2"/>
            </a:gs>
            <a:gs pos="100000">
              <a:schemeClr val="accent1">
                <a:alpha val="80000"/>
              </a:schemeClr>
            </a:gs>
          </a:gsLst>
          <a:lin ang="1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C6CF16E-D1AA-564E-33E5-CC2EF5C71D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15">
            <a:extLst>
              <a:ext uri="{FF2B5EF4-FFF2-40B4-BE49-F238E27FC236}">
                <a16:creationId xmlns:a16="http://schemas.microsoft.com/office/drawing/2014/main" id="{3132111D-0EF2-388E-9021-604C4D8EECFA}"/>
              </a:ext>
            </a:extLst>
          </p:cNvPr>
          <p:cNvSpPr/>
          <p:nvPr userDrawn="1"/>
        </p:nvSpPr>
        <p:spPr>
          <a:xfrm>
            <a:off x="9544050" y="-1"/>
            <a:ext cx="2647950" cy="4083051"/>
          </a:xfrm>
          <a:prstGeom prst="rect">
            <a:avLst/>
          </a:prstGeom>
          <a:solidFill>
            <a:schemeClr val="bg1">
              <a:alpha val="10000"/>
            </a:schemeClr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dirty="0" err="1">
              <a:solidFill>
                <a:schemeClr val="tx1"/>
              </a:solidFill>
            </a:endParaRPr>
          </a:p>
        </p:txBody>
      </p:sp>
      <p:sp>
        <p:nvSpPr>
          <p:cNvPr id="5" name="Espace réservé pour une image  3">
            <a:extLst>
              <a:ext uri="{FF2B5EF4-FFF2-40B4-BE49-F238E27FC236}">
                <a16:creationId xmlns:a16="http://schemas.microsoft.com/office/drawing/2014/main" id="{1DFF2A40-DCB8-29C2-7DE0-682069579D4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3888" y="609600"/>
            <a:ext cx="1209675" cy="1209675"/>
          </a:xfrm>
          <a:prstGeom prst="rect">
            <a:avLst/>
          </a:prstGeom>
        </p:spPr>
        <p:txBody>
          <a:bodyPr tIns="14400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Client/Partner logo here</a:t>
            </a:r>
          </a:p>
        </p:txBody>
      </p:sp>
      <p:sp>
        <p:nvSpPr>
          <p:cNvPr id="6" name="Espace réservé du texte 2">
            <a:extLst>
              <a:ext uri="{FF2B5EF4-FFF2-40B4-BE49-F238E27FC236}">
                <a16:creationId xmlns:a16="http://schemas.microsoft.com/office/drawing/2014/main" id="{C7851736-8659-6EAD-B003-98E0D4E4FB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947405" y="795687"/>
            <a:ext cx="1919288" cy="91750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1600" b="1">
                <a:solidFill>
                  <a:schemeClr val="bg1"/>
                </a:solidFill>
                <a:latin typeface="+mj-lt"/>
              </a:defRPr>
            </a:lvl2pPr>
            <a:lvl3pPr marL="180972" indent="0">
              <a:buNone/>
              <a:defRPr sz="1600" b="1">
                <a:solidFill>
                  <a:schemeClr val="bg1"/>
                </a:solidFill>
                <a:latin typeface="+mj-lt"/>
              </a:defRPr>
            </a:lvl3pPr>
            <a:lvl4pPr marL="374640" indent="0">
              <a:buNone/>
              <a:defRPr sz="1600" b="1">
                <a:solidFill>
                  <a:schemeClr val="bg1"/>
                </a:solidFill>
                <a:latin typeface="+mj-lt"/>
              </a:defRPr>
            </a:lvl4pPr>
            <a:lvl5pPr marL="647684" indent="0">
              <a:buNone/>
              <a:defRPr sz="1600" b="1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fr-FR" dirty="0"/>
              <a:t>Name</a:t>
            </a:r>
            <a:br>
              <a:rPr lang="en-US" dirty="0"/>
            </a:br>
            <a:r>
              <a:rPr lang="en-US" dirty="0"/>
              <a:t>Job Title</a:t>
            </a:r>
            <a:endParaRPr lang="fr-FR" dirty="0"/>
          </a:p>
        </p:txBody>
      </p:sp>
      <p:sp>
        <p:nvSpPr>
          <p:cNvPr id="7" name="Espace réservé du texte 2">
            <a:extLst>
              <a:ext uri="{FF2B5EF4-FFF2-40B4-BE49-F238E27FC236}">
                <a16:creationId xmlns:a16="http://schemas.microsoft.com/office/drawing/2014/main" id="{1CFFA4CB-76F5-87D8-876D-403E7830B0A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47405" y="2730466"/>
            <a:ext cx="1919288" cy="91750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1600" b="1">
                <a:solidFill>
                  <a:schemeClr val="bg1"/>
                </a:solidFill>
                <a:latin typeface="+mj-lt"/>
              </a:defRPr>
            </a:lvl2pPr>
            <a:lvl3pPr marL="180972" indent="0">
              <a:buNone/>
              <a:defRPr sz="1600" b="1">
                <a:solidFill>
                  <a:schemeClr val="bg1"/>
                </a:solidFill>
                <a:latin typeface="+mj-lt"/>
              </a:defRPr>
            </a:lvl3pPr>
            <a:lvl4pPr marL="374640" indent="0">
              <a:buNone/>
              <a:defRPr sz="1600" b="1">
                <a:solidFill>
                  <a:schemeClr val="bg1"/>
                </a:solidFill>
                <a:latin typeface="+mj-lt"/>
              </a:defRPr>
            </a:lvl4pPr>
            <a:lvl5pPr marL="647684" indent="0">
              <a:buNone/>
              <a:defRPr sz="1600" b="1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fr-FR" dirty="0"/>
              <a:t>Client/Partner</a:t>
            </a:r>
          </a:p>
        </p:txBody>
      </p:sp>
      <p:sp>
        <p:nvSpPr>
          <p:cNvPr id="8" name="Espace réservé du texte 2">
            <a:extLst>
              <a:ext uri="{FF2B5EF4-FFF2-40B4-BE49-F238E27FC236}">
                <a16:creationId xmlns:a16="http://schemas.microsoft.com/office/drawing/2014/main" id="{28D444F9-463C-1243-D138-2137A162ED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947405" y="496936"/>
            <a:ext cx="1919288" cy="231006"/>
          </a:xfrm>
          <a:prstGeom prst="rect">
            <a:avLst/>
          </a:prstGeom>
        </p:spPr>
        <p:txBody>
          <a:bodyPr/>
          <a:lstStyle>
            <a:lvl1pPr marL="0" indent="0" algn="l" defTabSz="457189" rtl="0" eaLnBrk="1" latinLnBrk="0" hangingPunct="1"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  <a:buSzPct val="25000"/>
              <a:buFont typeface="Verdana" pitchFamily="34" charset="0"/>
              <a:buNone/>
              <a:defRPr lang="fr-FR" sz="1200" b="0" kern="120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 sz="1600" b="1">
                <a:solidFill>
                  <a:schemeClr val="bg1"/>
                </a:solidFill>
                <a:latin typeface="+mj-lt"/>
              </a:defRPr>
            </a:lvl2pPr>
            <a:lvl3pPr marL="180972" indent="0">
              <a:buNone/>
              <a:defRPr sz="1600" b="1">
                <a:solidFill>
                  <a:schemeClr val="bg1"/>
                </a:solidFill>
                <a:latin typeface="+mj-lt"/>
              </a:defRPr>
            </a:lvl3pPr>
            <a:lvl4pPr marL="374640" indent="0">
              <a:buNone/>
              <a:defRPr sz="1600" b="1">
                <a:solidFill>
                  <a:schemeClr val="bg1"/>
                </a:solidFill>
                <a:latin typeface="+mj-lt"/>
              </a:defRPr>
            </a:lvl4pPr>
            <a:lvl5pPr marL="647684" indent="0">
              <a:buNone/>
              <a:defRPr sz="1600" b="1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fr-FR" dirty="0" err="1"/>
              <a:t>Prepared</a:t>
            </a:r>
            <a:r>
              <a:rPr lang="fr-FR" dirty="0"/>
              <a:t> by</a:t>
            </a:r>
          </a:p>
        </p:txBody>
      </p:sp>
      <p:sp>
        <p:nvSpPr>
          <p:cNvPr id="9" name="Espace réservé du texte 2">
            <a:extLst>
              <a:ext uri="{FF2B5EF4-FFF2-40B4-BE49-F238E27FC236}">
                <a16:creationId xmlns:a16="http://schemas.microsoft.com/office/drawing/2014/main" id="{05872D02-647B-A158-8461-3D5378F2092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947405" y="2432085"/>
            <a:ext cx="1919288" cy="231006"/>
          </a:xfrm>
          <a:prstGeom prst="rect">
            <a:avLst/>
          </a:prstGeom>
        </p:spPr>
        <p:txBody>
          <a:bodyPr/>
          <a:lstStyle>
            <a:lvl1pPr marL="0" indent="0" algn="l" defTabSz="457189" rtl="0" eaLnBrk="1" latinLnBrk="0" hangingPunct="1"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  <a:buSzPct val="25000"/>
              <a:buFont typeface="Verdana" pitchFamily="34" charset="0"/>
              <a:buNone/>
              <a:defRPr lang="fr-FR" sz="1200" b="0" kern="120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 sz="1600" b="1">
                <a:solidFill>
                  <a:schemeClr val="bg1"/>
                </a:solidFill>
                <a:latin typeface="+mj-lt"/>
              </a:defRPr>
            </a:lvl2pPr>
            <a:lvl3pPr marL="180972" indent="0">
              <a:buNone/>
              <a:defRPr sz="1600" b="1">
                <a:solidFill>
                  <a:schemeClr val="bg1"/>
                </a:solidFill>
                <a:latin typeface="+mj-lt"/>
              </a:defRPr>
            </a:lvl3pPr>
            <a:lvl4pPr marL="374640" indent="0">
              <a:buNone/>
              <a:defRPr sz="1600" b="1">
                <a:solidFill>
                  <a:schemeClr val="bg1"/>
                </a:solidFill>
                <a:latin typeface="+mj-lt"/>
              </a:defRPr>
            </a:lvl4pPr>
            <a:lvl5pPr marL="647684" indent="0">
              <a:buNone/>
              <a:defRPr sz="1600" b="1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fr-FR" dirty="0" err="1"/>
              <a:t>Prepared</a:t>
            </a:r>
            <a:r>
              <a:rPr lang="fr-FR" dirty="0"/>
              <a:t> for</a:t>
            </a:r>
          </a:p>
        </p:txBody>
      </p:sp>
      <p:sp>
        <p:nvSpPr>
          <p:cNvPr id="10" name="Espace réservé du texte 2">
            <a:extLst>
              <a:ext uri="{FF2B5EF4-FFF2-40B4-BE49-F238E27FC236}">
                <a16:creationId xmlns:a16="http://schemas.microsoft.com/office/drawing/2014/main" id="{8EA18533-235F-AEE4-0604-F8DA70DCC2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3888" y="2123413"/>
            <a:ext cx="8140550" cy="1457186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44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1600" b="1">
                <a:solidFill>
                  <a:schemeClr val="bg1"/>
                </a:solidFill>
                <a:latin typeface="+mj-lt"/>
              </a:defRPr>
            </a:lvl2pPr>
            <a:lvl3pPr marL="180972" indent="0">
              <a:buNone/>
              <a:defRPr sz="1600" b="1">
                <a:solidFill>
                  <a:schemeClr val="bg1"/>
                </a:solidFill>
                <a:latin typeface="+mj-lt"/>
              </a:defRPr>
            </a:lvl3pPr>
            <a:lvl4pPr marL="374640" indent="0">
              <a:buNone/>
              <a:defRPr sz="1600" b="1">
                <a:solidFill>
                  <a:schemeClr val="bg1"/>
                </a:solidFill>
                <a:latin typeface="+mj-lt"/>
              </a:defRPr>
            </a:lvl4pPr>
            <a:lvl5pPr marL="647684" indent="0">
              <a:buNone/>
              <a:defRPr sz="1600" b="1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fr-FR" dirty="0"/>
              <a:t>Presentation</a:t>
            </a:r>
            <a:br>
              <a:rPr lang="fr-FR" dirty="0"/>
            </a:b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11" name="Espace réservé du texte 2">
            <a:extLst>
              <a:ext uri="{FF2B5EF4-FFF2-40B4-BE49-F238E27FC236}">
                <a16:creationId xmlns:a16="http://schemas.microsoft.com/office/drawing/2014/main" id="{98171C32-5537-5874-043E-8D91FC5FAE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3888" y="3782307"/>
            <a:ext cx="8140550" cy="75650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lang="fr-FR" sz="2000" b="0" kern="1200" noProof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 sz="1600" b="1">
                <a:solidFill>
                  <a:schemeClr val="bg1"/>
                </a:solidFill>
                <a:latin typeface="+mj-lt"/>
              </a:defRPr>
            </a:lvl2pPr>
            <a:lvl3pPr marL="180972" indent="0">
              <a:buNone/>
              <a:defRPr sz="1600" b="1">
                <a:solidFill>
                  <a:schemeClr val="bg1"/>
                </a:solidFill>
                <a:latin typeface="+mj-lt"/>
              </a:defRPr>
            </a:lvl3pPr>
            <a:lvl4pPr marL="374640" indent="0">
              <a:buNone/>
              <a:defRPr sz="1600" b="1">
                <a:solidFill>
                  <a:schemeClr val="bg1"/>
                </a:solidFill>
                <a:latin typeface="+mj-lt"/>
              </a:defRPr>
            </a:lvl4pPr>
            <a:lvl5pPr marL="647684" indent="0">
              <a:buNone/>
              <a:defRPr sz="1600" b="1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fr-FR" dirty="0"/>
              <a:t>Headlines</a:t>
            </a:r>
          </a:p>
          <a:p>
            <a:pPr lvl="0"/>
            <a:r>
              <a:rPr lang="fr-FR" dirty="0"/>
              <a:t>Example</a:t>
            </a:r>
          </a:p>
        </p:txBody>
      </p:sp>
      <p:pic>
        <p:nvPicPr>
          <p:cNvPr id="2" name="Рисунок 1" descr="Изображение выглядит как Шрифт, Графика, логотип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40E9107E-8455-506F-FBC9-58829523C9E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10271820" y="6260122"/>
            <a:ext cx="1405061" cy="48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411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adient background &amp; Client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46D3151-25A0-4DAA-932E-25B89A75A3A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50000">
                <a:srgbClr val="059E9A"/>
              </a:gs>
              <a:gs pos="0">
                <a:schemeClr val="accent2"/>
              </a:gs>
              <a:gs pos="100000">
                <a:schemeClr val="accent1"/>
              </a:gs>
            </a:gsLst>
            <a:lin ang="1800000" scaled="0"/>
          </a:gra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dirty="0" err="1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70EAEC6-A20E-40E6-BA0D-8C1A63780B40}"/>
              </a:ext>
            </a:extLst>
          </p:cNvPr>
          <p:cNvSpPr/>
          <p:nvPr userDrawn="1"/>
        </p:nvSpPr>
        <p:spPr>
          <a:xfrm>
            <a:off x="9544050" y="-1"/>
            <a:ext cx="2647950" cy="4083051"/>
          </a:xfrm>
          <a:prstGeom prst="rect">
            <a:avLst/>
          </a:prstGeom>
          <a:solidFill>
            <a:schemeClr val="bg1">
              <a:alpha val="10000"/>
            </a:schemeClr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dirty="0" err="1">
              <a:solidFill>
                <a:schemeClr val="tx1"/>
              </a:solidFill>
            </a:endParaRPr>
          </a:p>
        </p:txBody>
      </p:sp>
      <p:sp>
        <p:nvSpPr>
          <p:cNvPr id="6" name="Espace réservé pour une image  3">
            <a:extLst>
              <a:ext uri="{FF2B5EF4-FFF2-40B4-BE49-F238E27FC236}">
                <a16:creationId xmlns:a16="http://schemas.microsoft.com/office/drawing/2014/main" id="{C0F1405B-9BAB-4D02-8E51-4701BB7DFC4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3888" y="609600"/>
            <a:ext cx="1209675" cy="1209675"/>
          </a:xfrm>
          <a:prstGeom prst="rect">
            <a:avLst/>
          </a:prstGeom>
        </p:spPr>
        <p:txBody>
          <a:bodyPr tIns="14400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Client/Partner logo here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1DA10A5-2198-4B6D-9D51-D4BAC0A79B5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947405" y="795687"/>
            <a:ext cx="1919288" cy="91750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1600" b="1">
                <a:solidFill>
                  <a:schemeClr val="bg1"/>
                </a:solidFill>
                <a:latin typeface="+mj-lt"/>
              </a:defRPr>
            </a:lvl2pPr>
            <a:lvl3pPr marL="180972" indent="0">
              <a:buNone/>
              <a:defRPr sz="1600" b="1">
                <a:solidFill>
                  <a:schemeClr val="bg1"/>
                </a:solidFill>
                <a:latin typeface="+mj-lt"/>
              </a:defRPr>
            </a:lvl3pPr>
            <a:lvl4pPr marL="374640" indent="0">
              <a:buNone/>
              <a:defRPr sz="1600" b="1">
                <a:solidFill>
                  <a:schemeClr val="bg1"/>
                </a:solidFill>
                <a:latin typeface="+mj-lt"/>
              </a:defRPr>
            </a:lvl4pPr>
            <a:lvl5pPr marL="647684" indent="0">
              <a:buNone/>
              <a:defRPr sz="1600" b="1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fr-FR" dirty="0"/>
              <a:t>Name</a:t>
            </a:r>
            <a:br>
              <a:rPr lang="en-US" dirty="0"/>
            </a:br>
            <a:r>
              <a:rPr lang="en-US" dirty="0"/>
              <a:t>Job Title</a:t>
            </a:r>
            <a:endParaRPr lang="fr-FR" dirty="0"/>
          </a:p>
        </p:txBody>
      </p:sp>
      <p:sp>
        <p:nvSpPr>
          <p:cNvPr id="9" name="Espace réservé du texte 2">
            <a:extLst>
              <a:ext uri="{FF2B5EF4-FFF2-40B4-BE49-F238E27FC236}">
                <a16:creationId xmlns:a16="http://schemas.microsoft.com/office/drawing/2014/main" id="{7E36D8B3-5AF5-45F6-90C6-1052246B131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47405" y="2730466"/>
            <a:ext cx="1919288" cy="91750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1600" b="1">
                <a:solidFill>
                  <a:schemeClr val="bg1"/>
                </a:solidFill>
                <a:latin typeface="+mj-lt"/>
              </a:defRPr>
            </a:lvl2pPr>
            <a:lvl3pPr marL="180972" indent="0">
              <a:buNone/>
              <a:defRPr sz="1600" b="1">
                <a:solidFill>
                  <a:schemeClr val="bg1"/>
                </a:solidFill>
                <a:latin typeface="+mj-lt"/>
              </a:defRPr>
            </a:lvl3pPr>
            <a:lvl4pPr marL="374640" indent="0">
              <a:buNone/>
              <a:defRPr sz="1600" b="1">
                <a:solidFill>
                  <a:schemeClr val="bg1"/>
                </a:solidFill>
                <a:latin typeface="+mj-lt"/>
              </a:defRPr>
            </a:lvl4pPr>
            <a:lvl5pPr marL="647684" indent="0">
              <a:buNone/>
              <a:defRPr sz="1600" b="1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fr-FR" dirty="0"/>
              <a:t>Client/Partner</a:t>
            </a:r>
          </a:p>
        </p:txBody>
      </p:sp>
      <p:sp>
        <p:nvSpPr>
          <p:cNvPr id="12" name="Espace réservé du texte 2">
            <a:extLst>
              <a:ext uri="{FF2B5EF4-FFF2-40B4-BE49-F238E27FC236}">
                <a16:creationId xmlns:a16="http://schemas.microsoft.com/office/drawing/2014/main" id="{0D3B2E41-E3DE-45E5-939D-B6DE8A989C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947405" y="496936"/>
            <a:ext cx="1919288" cy="231006"/>
          </a:xfrm>
          <a:prstGeom prst="rect">
            <a:avLst/>
          </a:prstGeom>
        </p:spPr>
        <p:txBody>
          <a:bodyPr/>
          <a:lstStyle>
            <a:lvl1pPr marL="0" indent="0" algn="l" defTabSz="457189" rtl="0" eaLnBrk="1" latinLnBrk="0" hangingPunct="1"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  <a:buSzPct val="25000"/>
              <a:buFont typeface="Verdana" pitchFamily="34" charset="0"/>
              <a:buNone/>
              <a:defRPr lang="fr-FR" sz="1200" b="0" kern="120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 sz="1600" b="1">
                <a:solidFill>
                  <a:schemeClr val="bg1"/>
                </a:solidFill>
                <a:latin typeface="+mj-lt"/>
              </a:defRPr>
            </a:lvl2pPr>
            <a:lvl3pPr marL="180972" indent="0">
              <a:buNone/>
              <a:defRPr sz="1600" b="1">
                <a:solidFill>
                  <a:schemeClr val="bg1"/>
                </a:solidFill>
                <a:latin typeface="+mj-lt"/>
              </a:defRPr>
            </a:lvl3pPr>
            <a:lvl4pPr marL="374640" indent="0">
              <a:buNone/>
              <a:defRPr sz="1600" b="1">
                <a:solidFill>
                  <a:schemeClr val="bg1"/>
                </a:solidFill>
                <a:latin typeface="+mj-lt"/>
              </a:defRPr>
            </a:lvl4pPr>
            <a:lvl5pPr marL="647684" indent="0">
              <a:buNone/>
              <a:defRPr sz="1600" b="1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fr-FR" dirty="0" err="1"/>
              <a:t>Prepared</a:t>
            </a:r>
            <a:r>
              <a:rPr lang="fr-FR" dirty="0"/>
              <a:t> by</a:t>
            </a:r>
          </a:p>
        </p:txBody>
      </p:sp>
      <p:sp>
        <p:nvSpPr>
          <p:cNvPr id="15" name="Espace réservé du texte 2">
            <a:extLst>
              <a:ext uri="{FF2B5EF4-FFF2-40B4-BE49-F238E27FC236}">
                <a16:creationId xmlns:a16="http://schemas.microsoft.com/office/drawing/2014/main" id="{1D1B2086-F342-4DE1-AD6A-A7B47BEEE0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947405" y="2432085"/>
            <a:ext cx="1919288" cy="231006"/>
          </a:xfrm>
          <a:prstGeom prst="rect">
            <a:avLst/>
          </a:prstGeom>
        </p:spPr>
        <p:txBody>
          <a:bodyPr/>
          <a:lstStyle>
            <a:lvl1pPr marL="0" indent="0" algn="l" defTabSz="457189" rtl="0" eaLnBrk="1" latinLnBrk="0" hangingPunct="1"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  <a:buSzPct val="25000"/>
              <a:buFont typeface="Verdana" pitchFamily="34" charset="0"/>
              <a:buNone/>
              <a:defRPr lang="fr-FR" sz="1200" b="0" kern="120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 sz="1600" b="1">
                <a:solidFill>
                  <a:schemeClr val="bg1"/>
                </a:solidFill>
                <a:latin typeface="+mj-lt"/>
              </a:defRPr>
            </a:lvl2pPr>
            <a:lvl3pPr marL="180972" indent="0">
              <a:buNone/>
              <a:defRPr sz="1600" b="1">
                <a:solidFill>
                  <a:schemeClr val="bg1"/>
                </a:solidFill>
                <a:latin typeface="+mj-lt"/>
              </a:defRPr>
            </a:lvl3pPr>
            <a:lvl4pPr marL="374640" indent="0">
              <a:buNone/>
              <a:defRPr sz="1600" b="1">
                <a:solidFill>
                  <a:schemeClr val="bg1"/>
                </a:solidFill>
                <a:latin typeface="+mj-lt"/>
              </a:defRPr>
            </a:lvl4pPr>
            <a:lvl5pPr marL="647684" indent="0">
              <a:buNone/>
              <a:defRPr sz="1600" b="1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fr-FR" dirty="0" err="1"/>
              <a:t>Prepared</a:t>
            </a:r>
            <a:r>
              <a:rPr lang="fr-FR" dirty="0"/>
              <a:t> for</a:t>
            </a:r>
          </a:p>
        </p:txBody>
      </p:sp>
      <p:sp>
        <p:nvSpPr>
          <p:cNvPr id="11" name="Espace réservé du texte 2">
            <a:extLst>
              <a:ext uri="{FF2B5EF4-FFF2-40B4-BE49-F238E27FC236}">
                <a16:creationId xmlns:a16="http://schemas.microsoft.com/office/drawing/2014/main" id="{04969F77-B8E3-49E1-9695-7306527D3A7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3888" y="2123413"/>
            <a:ext cx="8140550" cy="1457186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44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1600" b="1">
                <a:solidFill>
                  <a:schemeClr val="bg1"/>
                </a:solidFill>
                <a:latin typeface="+mj-lt"/>
              </a:defRPr>
            </a:lvl2pPr>
            <a:lvl3pPr marL="180972" indent="0">
              <a:buNone/>
              <a:defRPr sz="1600" b="1">
                <a:solidFill>
                  <a:schemeClr val="bg1"/>
                </a:solidFill>
                <a:latin typeface="+mj-lt"/>
              </a:defRPr>
            </a:lvl3pPr>
            <a:lvl4pPr marL="374640" indent="0">
              <a:buNone/>
              <a:defRPr sz="1600" b="1">
                <a:solidFill>
                  <a:schemeClr val="bg1"/>
                </a:solidFill>
                <a:latin typeface="+mj-lt"/>
              </a:defRPr>
            </a:lvl4pPr>
            <a:lvl5pPr marL="647684" indent="0">
              <a:buNone/>
              <a:defRPr sz="1600" b="1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fr-FR" dirty="0"/>
              <a:t>Presentation</a:t>
            </a:r>
            <a:br>
              <a:rPr lang="fr-FR" dirty="0"/>
            </a:b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13" name="Espace réservé du texte 2">
            <a:extLst>
              <a:ext uri="{FF2B5EF4-FFF2-40B4-BE49-F238E27FC236}">
                <a16:creationId xmlns:a16="http://schemas.microsoft.com/office/drawing/2014/main" id="{F7BD7ABA-7FE8-4358-B406-F7160427DB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3888" y="3782307"/>
            <a:ext cx="8140550" cy="75650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lang="fr-FR" sz="2000" b="0" kern="1200" noProof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 sz="1600" b="1">
                <a:solidFill>
                  <a:schemeClr val="bg1"/>
                </a:solidFill>
                <a:latin typeface="+mj-lt"/>
              </a:defRPr>
            </a:lvl2pPr>
            <a:lvl3pPr marL="180972" indent="0">
              <a:buNone/>
              <a:defRPr sz="1600" b="1">
                <a:solidFill>
                  <a:schemeClr val="bg1"/>
                </a:solidFill>
                <a:latin typeface="+mj-lt"/>
              </a:defRPr>
            </a:lvl3pPr>
            <a:lvl4pPr marL="374640" indent="0">
              <a:buNone/>
              <a:defRPr sz="1600" b="1">
                <a:solidFill>
                  <a:schemeClr val="bg1"/>
                </a:solidFill>
                <a:latin typeface="+mj-lt"/>
              </a:defRPr>
            </a:lvl4pPr>
            <a:lvl5pPr marL="647684" indent="0">
              <a:buNone/>
              <a:defRPr sz="1600" b="1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fr-FR" dirty="0"/>
              <a:t>Headlines</a:t>
            </a:r>
          </a:p>
          <a:p>
            <a:pPr lvl="0"/>
            <a:r>
              <a:rPr lang="fr-FR" dirty="0"/>
              <a:t>Example</a:t>
            </a:r>
          </a:p>
        </p:txBody>
      </p:sp>
      <p:pic>
        <p:nvPicPr>
          <p:cNvPr id="4" name="Рисунок 3" descr="Изображение выглядит как Шрифт, Графика, логотип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C65E6DDD-B113-393E-41CA-ABF9713F4C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10271820" y="6260122"/>
            <a:ext cx="1405061" cy="48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273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dient background &amp;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 descr="Изображение выглядит как Человеческое лицо, человек, улыбка, очки&#10;&#10;Автоматически созданное описание">
            <a:extLst>
              <a:ext uri="{FF2B5EF4-FFF2-40B4-BE49-F238E27FC236}">
                <a16:creationId xmlns:a16="http://schemas.microsoft.com/office/drawing/2014/main" id="{39277A6E-91A3-3765-454F-CB56416E50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F3E03B79-5187-4781-8B46-50077B04607B}"/>
              </a:ext>
            </a:extLst>
          </p:cNvPr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gradFill>
            <a:gsLst>
              <a:gs pos="50000">
                <a:srgbClr val="059E9A">
                  <a:alpha val="89804"/>
                </a:srgbClr>
              </a:gs>
              <a:gs pos="0">
                <a:schemeClr val="accent2"/>
              </a:gs>
              <a:gs pos="100000">
                <a:schemeClr val="accent1">
                  <a:alpha val="80000"/>
                </a:schemeClr>
              </a:gs>
            </a:gsLst>
            <a:lin ang="18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8806C49-1226-4067-BF64-EBDCCB1EEFAB}"/>
              </a:ext>
            </a:extLst>
          </p:cNvPr>
          <p:cNvSpPr/>
          <p:nvPr userDrawn="1"/>
        </p:nvSpPr>
        <p:spPr>
          <a:xfrm>
            <a:off x="9544050" y="-1"/>
            <a:ext cx="2647950" cy="4083051"/>
          </a:xfrm>
          <a:prstGeom prst="rect">
            <a:avLst/>
          </a:prstGeom>
          <a:solidFill>
            <a:schemeClr val="bg1">
              <a:alpha val="10000"/>
            </a:schemeClr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dirty="0" err="1">
              <a:solidFill>
                <a:schemeClr val="tx1"/>
              </a:solidFill>
            </a:endParaRPr>
          </a:p>
        </p:txBody>
      </p:sp>
      <p:sp>
        <p:nvSpPr>
          <p:cNvPr id="6" name="Espace réservé pour une image  3">
            <a:extLst>
              <a:ext uri="{FF2B5EF4-FFF2-40B4-BE49-F238E27FC236}">
                <a16:creationId xmlns:a16="http://schemas.microsoft.com/office/drawing/2014/main" id="{C0F1405B-9BAB-4D02-8E51-4701BB7DFC47}"/>
              </a:ext>
            </a:extLst>
          </p:cNvPr>
          <p:cNvSpPr>
            <a:spLocks noGrp="1"/>
          </p:cNvSpPr>
          <p:nvPr userDrawn="1">
            <p:ph type="pic" sz="quarter" idx="10" hasCustomPrompt="1"/>
          </p:nvPr>
        </p:nvSpPr>
        <p:spPr>
          <a:xfrm>
            <a:off x="623888" y="609600"/>
            <a:ext cx="1209675" cy="1209675"/>
          </a:xfrm>
          <a:prstGeom prst="rect">
            <a:avLst/>
          </a:prstGeom>
        </p:spPr>
        <p:txBody>
          <a:bodyPr tIns="14400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Client/Partner logo here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1DA10A5-2198-4B6D-9D51-D4BAC0A79B5B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9947405" y="795687"/>
            <a:ext cx="1919288" cy="91750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1600" b="1">
                <a:solidFill>
                  <a:schemeClr val="bg1"/>
                </a:solidFill>
                <a:latin typeface="+mj-lt"/>
              </a:defRPr>
            </a:lvl2pPr>
            <a:lvl3pPr marL="180972" indent="0">
              <a:buNone/>
              <a:defRPr sz="1600" b="1">
                <a:solidFill>
                  <a:schemeClr val="bg1"/>
                </a:solidFill>
                <a:latin typeface="+mj-lt"/>
              </a:defRPr>
            </a:lvl3pPr>
            <a:lvl4pPr marL="374640" indent="0">
              <a:buNone/>
              <a:defRPr sz="1600" b="1">
                <a:solidFill>
                  <a:schemeClr val="bg1"/>
                </a:solidFill>
                <a:latin typeface="+mj-lt"/>
              </a:defRPr>
            </a:lvl4pPr>
            <a:lvl5pPr marL="647684" indent="0">
              <a:buNone/>
              <a:defRPr sz="1600" b="1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fr-FR" dirty="0"/>
              <a:t>Name</a:t>
            </a:r>
            <a:br>
              <a:rPr lang="en-US" dirty="0"/>
            </a:br>
            <a:r>
              <a:rPr lang="en-US" dirty="0"/>
              <a:t>Job Title</a:t>
            </a:r>
            <a:endParaRPr lang="fr-FR" dirty="0"/>
          </a:p>
        </p:txBody>
      </p:sp>
      <p:sp>
        <p:nvSpPr>
          <p:cNvPr id="9" name="Espace réservé du texte 2">
            <a:extLst>
              <a:ext uri="{FF2B5EF4-FFF2-40B4-BE49-F238E27FC236}">
                <a16:creationId xmlns:a16="http://schemas.microsoft.com/office/drawing/2014/main" id="{7E36D8B3-5AF5-45F6-90C6-1052246B1316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9947405" y="2730466"/>
            <a:ext cx="1919288" cy="91750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1600" b="1">
                <a:solidFill>
                  <a:schemeClr val="bg1"/>
                </a:solidFill>
                <a:latin typeface="+mj-lt"/>
              </a:defRPr>
            </a:lvl2pPr>
            <a:lvl3pPr marL="180972" indent="0">
              <a:buNone/>
              <a:defRPr sz="1600" b="1">
                <a:solidFill>
                  <a:schemeClr val="bg1"/>
                </a:solidFill>
                <a:latin typeface="+mj-lt"/>
              </a:defRPr>
            </a:lvl3pPr>
            <a:lvl4pPr marL="374640" indent="0">
              <a:buNone/>
              <a:defRPr sz="1600" b="1">
                <a:solidFill>
                  <a:schemeClr val="bg1"/>
                </a:solidFill>
                <a:latin typeface="+mj-lt"/>
              </a:defRPr>
            </a:lvl4pPr>
            <a:lvl5pPr marL="647684" indent="0">
              <a:buNone/>
              <a:defRPr sz="1600" b="1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fr-FR" dirty="0"/>
              <a:t>Client/Partner</a:t>
            </a:r>
          </a:p>
        </p:txBody>
      </p:sp>
      <p:sp>
        <p:nvSpPr>
          <p:cNvPr id="12" name="Espace réservé du texte 2">
            <a:extLst>
              <a:ext uri="{FF2B5EF4-FFF2-40B4-BE49-F238E27FC236}">
                <a16:creationId xmlns:a16="http://schemas.microsoft.com/office/drawing/2014/main" id="{0D3B2E41-E3DE-45E5-939D-B6DE8A989C8E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9947405" y="496936"/>
            <a:ext cx="1919288" cy="231006"/>
          </a:xfrm>
          <a:prstGeom prst="rect">
            <a:avLst/>
          </a:prstGeom>
        </p:spPr>
        <p:txBody>
          <a:bodyPr/>
          <a:lstStyle>
            <a:lvl1pPr marL="0" indent="0" algn="l" defTabSz="457189" rtl="0" eaLnBrk="1" latinLnBrk="0" hangingPunct="1"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  <a:buSzPct val="25000"/>
              <a:buFont typeface="Verdana" pitchFamily="34" charset="0"/>
              <a:buNone/>
              <a:defRPr lang="fr-FR" sz="1200" b="0" kern="120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 sz="1600" b="1">
                <a:solidFill>
                  <a:schemeClr val="bg1"/>
                </a:solidFill>
                <a:latin typeface="+mj-lt"/>
              </a:defRPr>
            </a:lvl2pPr>
            <a:lvl3pPr marL="180972" indent="0">
              <a:buNone/>
              <a:defRPr sz="1600" b="1">
                <a:solidFill>
                  <a:schemeClr val="bg1"/>
                </a:solidFill>
                <a:latin typeface="+mj-lt"/>
              </a:defRPr>
            </a:lvl3pPr>
            <a:lvl4pPr marL="374640" indent="0">
              <a:buNone/>
              <a:defRPr sz="1600" b="1">
                <a:solidFill>
                  <a:schemeClr val="bg1"/>
                </a:solidFill>
                <a:latin typeface="+mj-lt"/>
              </a:defRPr>
            </a:lvl4pPr>
            <a:lvl5pPr marL="647684" indent="0">
              <a:buNone/>
              <a:defRPr sz="1600" b="1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fr-FR" dirty="0" err="1"/>
              <a:t>Prepared</a:t>
            </a:r>
            <a:r>
              <a:rPr lang="fr-FR" dirty="0"/>
              <a:t> by</a:t>
            </a:r>
          </a:p>
        </p:txBody>
      </p:sp>
      <p:sp>
        <p:nvSpPr>
          <p:cNvPr id="15" name="Espace réservé du texte 2">
            <a:extLst>
              <a:ext uri="{FF2B5EF4-FFF2-40B4-BE49-F238E27FC236}">
                <a16:creationId xmlns:a16="http://schemas.microsoft.com/office/drawing/2014/main" id="{1D1B2086-F342-4DE1-AD6A-A7B47BEEE0E8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947405" y="2432085"/>
            <a:ext cx="1919288" cy="231006"/>
          </a:xfrm>
          <a:prstGeom prst="rect">
            <a:avLst/>
          </a:prstGeom>
        </p:spPr>
        <p:txBody>
          <a:bodyPr/>
          <a:lstStyle>
            <a:lvl1pPr marL="0" indent="0" algn="l" defTabSz="457189" rtl="0" eaLnBrk="1" latinLnBrk="0" hangingPunct="1"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  <a:buSzPct val="25000"/>
              <a:buFont typeface="Verdana" pitchFamily="34" charset="0"/>
              <a:buNone/>
              <a:defRPr lang="fr-FR" sz="1200" b="0" kern="120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 sz="1600" b="1">
                <a:solidFill>
                  <a:schemeClr val="bg1"/>
                </a:solidFill>
                <a:latin typeface="+mj-lt"/>
              </a:defRPr>
            </a:lvl2pPr>
            <a:lvl3pPr marL="180972" indent="0">
              <a:buNone/>
              <a:defRPr sz="1600" b="1">
                <a:solidFill>
                  <a:schemeClr val="bg1"/>
                </a:solidFill>
                <a:latin typeface="+mj-lt"/>
              </a:defRPr>
            </a:lvl3pPr>
            <a:lvl4pPr marL="374640" indent="0">
              <a:buNone/>
              <a:defRPr sz="1600" b="1">
                <a:solidFill>
                  <a:schemeClr val="bg1"/>
                </a:solidFill>
                <a:latin typeface="+mj-lt"/>
              </a:defRPr>
            </a:lvl4pPr>
            <a:lvl5pPr marL="647684" indent="0">
              <a:buNone/>
              <a:defRPr sz="1600" b="1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fr-FR" dirty="0" err="1"/>
              <a:t>Prepared</a:t>
            </a:r>
            <a:r>
              <a:rPr lang="fr-FR" dirty="0"/>
              <a:t> for</a:t>
            </a:r>
          </a:p>
        </p:txBody>
      </p:sp>
      <p:sp>
        <p:nvSpPr>
          <p:cNvPr id="11" name="Espace réservé du texte 2">
            <a:extLst>
              <a:ext uri="{FF2B5EF4-FFF2-40B4-BE49-F238E27FC236}">
                <a16:creationId xmlns:a16="http://schemas.microsoft.com/office/drawing/2014/main" id="{04969F77-B8E3-49E1-9695-7306527D3A76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623888" y="2123413"/>
            <a:ext cx="8140550" cy="1457186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44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1600" b="1">
                <a:solidFill>
                  <a:schemeClr val="bg1"/>
                </a:solidFill>
                <a:latin typeface="+mj-lt"/>
              </a:defRPr>
            </a:lvl2pPr>
            <a:lvl3pPr marL="180972" indent="0">
              <a:buNone/>
              <a:defRPr sz="1600" b="1">
                <a:solidFill>
                  <a:schemeClr val="bg1"/>
                </a:solidFill>
                <a:latin typeface="+mj-lt"/>
              </a:defRPr>
            </a:lvl3pPr>
            <a:lvl4pPr marL="374640" indent="0">
              <a:buNone/>
              <a:defRPr sz="1600" b="1">
                <a:solidFill>
                  <a:schemeClr val="bg1"/>
                </a:solidFill>
                <a:latin typeface="+mj-lt"/>
              </a:defRPr>
            </a:lvl4pPr>
            <a:lvl5pPr marL="647684" indent="0">
              <a:buNone/>
              <a:defRPr sz="1600" b="1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fr-FR" dirty="0"/>
              <a:t>Presentation</a:t>
            </a:r>
            <a:br>
              <a:rPr lang="fr-FR" dirty="0"/>
            </a:br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13" name="Espace réservé du texte 2">
            <a:extLst>
              <a:ext uri="{FF2B5EF4-FFF2-40B4-BE49-F238E27FC236}">
                <a16:creationId xmlns:a16="http://schemas.microsoft.com/office/drawing/2014/main" id="{F7BD7ABA-7FE8-4358-B406-F7160427DB2F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623888" y="3782307"/>
            <a:ext cx="8140550" cy="75650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lang="fr-FR" sz="2000" b="0" kern="1200" noProof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 sz="1600" b="1">
                <a:solidFill>
                  <a:schemeClr val="bg1"/>
                </a:solidFill>
                <a:latin typeface="+mj-lt"/>
              </a:defRPr>
            </a:lvl2pPr>
            <a:lvl3pPr marL="180972" indent="0">
              <a:buNone/>
              <a:defRPr sz="1600" b="1">
                <a:solidFill>
                  <a:schemeClr val="bg1"/>
                </a:solidFill>
                <a:latin typeface="+mj-lt"/>
              </a:defRPr>
            </a:lvl3pPr>
            <a:lvl4pPr marL="374640" indent="0">
              <a:buNone/>
              <a:defRPr sz="1600" b="1">
                <a:solidFill>
                  <a:schemeClr val="bg1"/>
                </a:solidFill>
                <a:latin typeface="+mj-lt"/>
              </a:defRPr>
            </a:lvl4pPr>
            <a:lvl5pPr marL="647684" indent="0">
              <a:buNone/>
              <a:defRPr sz="1600" b="1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fr-FR" dirty="0"/>
              <a:t>Headlines</a:t>
            </a:r>
          </a:p>
          <a:p>
            <a:pPr lvl="0"/>
            <a:r>
              <a:rPr lang="fr-FR" dirty="0"/>
              <a:t>Example</a:t>
            </a:r>
          </a:p>
        </p:txBody>
      </p:sp>
      <p:pic>
        <p:nvPicPr>
          <p:cNvPr id="2" name="Рисунок 1" descr="Изображение выглядит как Шрифт, Графика, логотип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3310FFEF-1E39-9BDF-E2E1-9A5BD167F42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10271820" y="6260122"/>
            <a:ext cx="1405061" cy="48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546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 of content B&amp;W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">
            <a:extLst>
              <a:ext uri="{FF2B5EF4-FFF2-40B4-BE49-F238E27FC236}">
                <a16:creationId xmlns:a16="http://schemas.microsoft.com/office/drawing/2014/main" id="{DB5CE587-00E6-4AED-B8A6-DEB034F4A7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-2" y="0"/>
            <a:ext cx="12191999" cy="685800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A268BF61-BD91-4208-95EA-8BEA5E58228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50000">
                <a:srgbClr val="059E9A">
                  <a:alpha val="89804"/>
                </a:srgbClr>
              </a:gs>
              <a:gs pos="0">
                <a:schemeClr val="accent2"/>
              </a:gs>
              <a:gs pos="100000">
                <a:schemeClr val="accent1">
                  <a:alpha val="80000"/>
                </a:schemeClr>
              </a:gs>
            </a:gsLst>
            <a:lin ang="1800000" scaled="0"/>
          </a:gra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dirty="0" err="1">
              <a:solidFill>
                <a:schemeClr val="tx1"/>
              </a:solidFill>
            </a:endParaRPr>
          </a:p>
        </p:txBody>
      </p:sp>
      <p:sp>
        <p:nvSpPr>
          <p:cNvPr id="17" name="Espace réservé du texte 2">
            <a:extLst>
              <a:ext uri="{FF2B5EF4-FFF2-40B4-BE49-F238E27FC236}">
                <a16:creationId xmlns:a16="http://schemas.microsoft.com/office/drawing/2014/main" id="{30D64EEC-C3B5-4A23-92EA-CF93356DC2F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58178" y="1481443"/>
            <a:ext cx="4932000" cy="227211"/>
          </a:xfrm>
          <a:prstGeom prst="rect">
            <a:avLst/>
          </a:prstGeom>
        </p:spPr>
        <p:txBody>
          <a:bodyPr anchor="b"/>
          <a:lstStyle>
            <a:lvl1pPr marL="0" indent="0" algn="l" defTabSz="457189" rtl="0" eaLnBrk="1" latinLnBrk="0" hangingPunct="1"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  <a:buSzPct val="25000"/>
              <a:buFont typeface="Verdana" pitchFamily="34" charset="0"/>
              <a:buNone/>
              <a:defRPr lang="en-US" sz="1600" b="0" kern="120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fr-FR" sz="1200" b="0" kern="1200" spc="300" noProof="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>
              <a:defRPr lang="fr-FR" sz="1200" b="0" kern="1200" spc="300" noProof="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>
              <a:defRPr lang="fr-FR" sz="1200" b="0" kern="1200" spc="300" noProof="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200" b="0" kern="1200" spc="300" noProof="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fr-FR" dirty="0"/>
              <a:t>Point 1</a:t>
            </a:r>
            <a:endParaRPr lang="en-US" dirty="0"/>
          </a:p>
        </p:txBody>
      </p:sp>
      <p:sp>
        <p:nvSpPr>
          <p:cNvPr id="19" name="Espace réservé du texte 2">
            <a:extLst>
              <a:ext uri="{FF2B5EF4-FFF2-40B4-BE49-F238E27FC236}">
                <a16:creationId xmlns:a16="http://schemas.microsoft.com/office/drawing/2014/main" id="{C746BFAF-7F4A-4423-BCBC-F47454F74E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58178" y="2019525"/>
            <a:ext cx="4932000" cy="227211"/>
          </a:xfrm>
          <a:prstGeom prst="rect">
            <a:avLst/>
          </a:prstGeom>
        </p:spPr>
        <p:txBody>
          <a:bodyPr anchor="b"/>
          <a:lstStyle>
            <a:lvl1pPr marL="0" indent="0" algn="l" defTabSz="457189" rtl="0" eaLnBrk="1" latinLnBrk="0" hangingPunct="1"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  <a:buSzPct val="25000"/>
              <a:buFont typeface="Verdana" pitchFamily="34" charset="0"/>
              <a:buNone/>
              <a:defRPr lang="en-US" sz="1600" b="0" kern="120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fr-FR" sz="1200" b="0" kern="1200" spc="300" noProof="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>
              <a:defRPr lang="fr-FR" sz="1200" b="0" kern="1200" spc="300" noProof="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>
              <a:defRPr lang="fr-FR" sz="1200" b="0" kern="1200" spc="300" noProof="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200" b="0" kern="1200" spc="300" noProof="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fr-FR" dirty="0"/>
              <a:t>Point 2</a:t>
            </a:r>
            <a:endParaRPr lang="en-US" dirty="0"/>
          </a:p>
        </p:txBody>
      </p:sp>
      <p:sp>
        <p:nvSpPr>
          <p:cNvPr id="21" name="Espace réservé du texte 2">
            <a:extLst>
              <a:ext uri="{FF2B5EF4-FFF2-40B4-BE49-F238E27FC236}">
                <a16:creationId xmlns:a16="http://schemas.microsoft.com/office/drawing/2014/main" id="{522A815E-7753-4117-A2E1-C138F3C534D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58178" y="2557607"/>
            <a:ext cx="4932000" cy="227211"/>
          </a:xfrm>
          <a:prstGeom prst="rect">
            <a:avLst/>
          </a:prstGeom>
        </p:spPr>
        <p:txBody>
          <a:bodyPr anchor="b"/>
          <a:lstStyle>
            <a:lvl1pPr marL="0" indent="0" algn="l" defTabSz="457189" rtl="0" eaLnBrk="1" latinLnBrk="0" hangingPunct="1"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  <a:buSzPct val="25000"/>
              <a:buFont typeface="Verdana" pitchFamily="34" charset="0"/>
              <a:buNone/>
              <a:defRPr lang="en-US" sz="1600" b="0" kern="120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fr-FR" sz="1200" b="0" kern="1200" spc="300" noProof="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>
              <a:defRPr lang="fr-FR" sz="1200" b="0" kern="1200" spc="300" noProof="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>
              <a:defRPr lang="fr-FR" sz="1200" b="0" kern="1200" spc="300" noProof="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200" b="0" kern="1200" spc="300" noProof="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fr-FR" dirty="0"/>
              <a:t>Point 3</a:t>
            </a:r>
            <a:endParaRPr lang="en-US" dirty="0"/>
          </a:p>
        </p:txBody>
      </p:sp>
      <p:sp>
        <p:nvSpPr>
          <p:cNvPr id="23" name="Espace réservé du texte 2">
            <a:extLst>
              <a:ext uri="{FF2B5EF4-FFF2-40B4-BE49-F238E27FC236}">
                <a16:creationId xmlns:a16="http://schemas.microsoft.com/office/drawing/2014/main" id="{F1235FAD-F3DC-4474-A100-B015E0B3A8B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58178" y="3095689"/>
            <a:ext cx="4932000" cy="227211"/>
          </a:xfrm>
          <a:prstGeom prst="rect">
            <a:avLst/>
          </a:prstGeom>
        </p:spPr>
        <p:txBody>
          <a:bodyPr anchor="b"/>
          <a:lstStyle>
            <a:lvl1pPr marL="0" indent="0" algn="l" defTabSz="457189" rtl="0" eaLnBrk="1" latinLnBrk="0" hangingPunct="1"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  <a:buSzPct val="25000"/>
              <a:buFont typeface="Verdana" pitchFamily="34" charset="0"/>
              <a:buNone/>
              <a:defRPr lang="en-US" sz="1600" b="0" kern="120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fr-FR" sz="1200" b="0" kern="1200" spc="300" noProof="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>
              <a:defRPr lang="fr-FR" sz="1200" b="0" kern="1200" spc="300" noProof="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>
              <a:defRPr lang="fr-FR" sz="1200" b="0" kern="1200" spc="300" noProof="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200" b="0" kern="1200" spc="300" noProof="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fr-FR" dirty="0"/>
              <a:t>Point 4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60D01E0-B224-4F73-9B5C-D11993C1F637}"/>
              </a:ext>
            </a:extLst>
          </p:cNvPr>
          <p:cNvCxnSpPr>
            <a:cxnSpLocks/>
          </p:cNvCxnSpPr>
          <p:nvPr userDrawn="1"/>
        </p:nvCxnSpPr>
        <p:spPr>
          <a:xfrm>
            <a:off x="4760536" y="1553304"/>
            <a:ext cx="0" cy="3751393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EC6491-C829-4D5B-88B1-32AC495A72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3888" y="3040133"/>
            <a:ext cx="3381375" cy="777734"/>
          </a:xfrm>
        </p:spPr>
        <p:txBody>
          <a:bodyPr anchor="ctr" anchorCtr="0"/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25000"/>
              <a:buFontTx/>
              <a:buNone/>
              <a:defRPr lang="en-US" sz="4400" b="1" kern="120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Content</a:t>
            </a:r>
          </a:p>
        </p:txBody>
      </p:sp>
      <p:sp>
        <p:nvSpPr>
          <p:cNvPr id="2" name="Espace réservé du texte 2">
            <a:extLst>
              <a:ext uri="{FF2B5EF4-FFF2-40B4-BE49-F238E27FC236}">
                <a16:creationId xmlns:a16="http://schemas.microsoft.com/office/drawing/2014/main" id="{4136CB49-F9DB-F424-D4B1-036E343D560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58178" y="3633771"/>
            <a:ext cx="4932000" cy="227211"/>
          </a:xfrm>
          <a:prstGeom prst="rect">
            <a:avLst/>
          </a:prstGeom>
        </p:spPr>
        <p:txBody>
          <a:bodyPr anchor="b"/>
          <a:lstStyle>
            <a:lvl1pPr marL="0" indent="0" algn="l" defTabSz="457189" rtl="0" eaLnBrk="1" latinLnBrk="0" hangingPunct="1"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  <a:buSzPct val="25000"/>
              <a:buFont typeface="Verdana" pitchFamily="34" charset="0"/>
              <a:buNone/>
              <a:defRPr lang="en-US" sz="1600" b="0" kern="120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fr-FR" sz="1200" b="0" kern="1200" spc="300" noProof="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>
              <a:defRPr lang="fr-FR" sz="1200" b="0" kern="1200" spc="300" noProof="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>
              <a:defRPr lang="fr-FR" sz="1200" b="0" kern="1200" spc="300" noProof="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200" b="0" kern="1200" spc="300" noProof="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fr-FR" dirty="0"/>
              <a:t>Point </a:t>
            </a:r>
            <a:r>
              <a:rPr lang="ru-RU" dirty="0"/>
              <a:t>5</a:t>
            </a:r>
            <a:endParaRPr lang="en-US" dirty="0"/>
          </a:p>
        </p:txBody>
      </p:sp>
      <p:sp>
        <p:nvSpPr>
          <p:cNvPr id="6" name="Espace réservé du texte 2">
            <a:extLst>
              <a:ext uri="{FF2B5EF4-FFF2-40B4-BE49-F238E27FC236}">
                <a16:creationId xmlns:a16="http://schemas.microsoft.com/office/drawing/2014/main" id="{803896A5-1109-2950-60FD-466A16ACAE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58178" y="4171853"/>
            <a:ext cx="4932000" cy="227211"/>
          </a:xfrm>
          <a:prstGeom prst="rect">
            <a:avLst/>
          </a:prstGeom>
        </p:spPr>
        <p:txBody>
          <a:bodyPr anchor="b"/>
          <a:lstStyle>
            <a:lvl1pPr marL="0" indent="0" algn="l" defTabSz="457189" rtl="0" eaLnBrk="1" latinLnBrk="0" hangingPunct="1"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  <a:buSzPct val="25000"/>
              <a:buFont typeface="Verdana" pitchFamily="34" charset="0"/>
              <a:buNone/>
              <a:defRPr lang="en-US" sz="1600" b="0" kern="120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fr-FR" sz="1200" b="0" kern="1200" spc="300" noProof="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>
              <a:defRPr lang="fr-FR" sz="1200" b="0" kern="1200" spc="300" noProof="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>
              <a:defRPr lang="fr-FR" sz="1200" b="0" kern="1200" spc="300" noProof="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200" b="0" kern="1200" spc="300" noProof="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fr-FR" dirty="0"/>
              <a:t>Point </a:t>
            </a:r>
            <a:r>
              <a:rPr lang="ru-RU" dirty="0"/>
              <a:t>6</a:t>
            </a:r>
            <a:endParaRPr lang="en-US" dirty="0"/>
          </a:p>
        </p:txBody>
      </p:sp>
      <p:sp>
        <p:nvSpPr>
          <p:cNvPr id="7" name="Espace réservé du texte 2">
            <a:extLst>
              <a:ext uri="{FF2B5EF4-FFF2-40B4-BE49-F238E27FC236}">
                <a16:creationId xmlns:a16="http://schemas.microsoft.com/office/drawing/2014/main" id="{822BCAE2-0828-1DBA-20B7-0BE432FFA3D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58178" y="4709935"/>
            <a:ext cx="4932000" cy="227211"/>
          </a:xfrm>
          <a:prstGeom prst="rect">
            <a:avLst/>
          </a:prstGeom>
        </p:spPr>
        <p:txBody>
          <a:bodyPr anchor="b"/>
          <a:lstStyle>
            <a:lvl1pPr marL="0" indent="0" algn="l" defTabSz="457189" rtl="0" eaLnBrk="1" latinLnBrk="0" hangingPunct="1"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  <a:buSzPct val="25000"/>
              <a:buFont typeface="Verdana" pitchFamily="34" charset="0"/>
              <a:buNone/>
              <a:defRPr lang="en-US" sz="1600" b="0" kern="120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fr-FR" sz="1200" b="0" kern="1200" spc="300" noProof="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>
              <a:defRPr lang="fr-FR" sz="1200" b="0" kern="1200" spc="300" noProof="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>
              <a:defRPr lang="fr-FR" sz="1200" b="0" kern="1200" spc="300" noProof="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200" b="0" kern="1200" spc="300" noProof="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fr-FR" dirty="0"/>
              <a:t>Point </a:t>
            </a:r>
            <a:r>
              <a:rPr lang="ru-RU" dirty="0"/>
              <a:t>7</a:t>
            </a:r>
            <a:endParaRPr lang="en-US" dirty="0"/>
          </a:p>
        </p:txBody>
      </p:sp>
      <p:sp>
        <p:nvSpPr>
          <p:cNvPr id="8" name="Espace réservé du texte 2">
            <a:extLst>
              <a:ext uri="{FF2B5EF4-FFF2-40B4-BE49-F238E27FC236}">
                <a16:creationId xmlns:a16="http://schemas.microsoft.com/office/drawing/2014/main" id="{DD39FB5C-5EC5-EF60-9B83-C1D525732F9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58178" y="5248019"/>
            <a:ext cx="4932000" cy="227211"/>
          </a:xfrm>
          <a:prstGeom prst="rect">
            <a:avLst/>
          </a:prstGeom>
        </p:spPr>
        <p:txBody>
          <a:bodyPr anchor="b"/>
          <a:lstStyle>
            <a:lvl1pPr marL="0" indent="0" algn="l" defTabSz="457189" rtl="0" eaLnBrk="1" latinLnBrk="0" hangingPunct="1"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  <a:buSzPct val="25000"/>
              <a:buFont typeface="Verdana" pitchFamily="34" charset="0"/>
              <a:buNone/>
              <a:defRPr lang="en-US" sz="1600" b="0" kern="120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fr-FR" sz="1200" b="0" kern="1200" spc="300" noProof="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>
              <a:defRPr lang="fr-FR" sz="1200" b="0" kern="1200" spc="300" noProof="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>
              <a:defRPr lang="fr-FR" sz="1200" b="0" kern="1200" spc="300" noProof="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200" b="0" kern="1200" spc="300" noProof="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fr-FR" dirty="0"/>
              <a:t>Point </a:t>
            </a:r>
            <a:r>
              <a:rPr lang="ru-RU" dirty="0"/>
              <a:t>8</a:t>
            </a:r>
            <a:endParaRPr lang="en-US" dirty="0"/>
          </a:p>
        </p:txBody>
      </p:sp>
      <p:sp>
        <p:nvSpPr>
          <p:cNvPr id="45" name="Espace réservé du texte 2">
            <a:extLst>
              <a:ext uri="{FF2B5EF4-FFF2-40B4-BE49-F238E27FC236}">
                <a16:creationId xmlns:a16="http://schemas.microsoft.com/office/drawing/2014/main" id="{D3AF5DFF-C4C1-5A32-EB00-CB2CF84D77A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002231" y="1475716"/>
            <a:ext cx="540000" cy="227211"/>
          </a:xfrm>
          <a:prstGeom prst="rect">
            <a:avLst/>
          </a:prstGeom>
        </p:spPr>
        <p:txBody>
          <a:bodyPr anchor="b"/>
          <a:lstStyle>
            <a:lvl1pPr marL="0" indent="0" algn="l" defTabSz="457189" rtl="0" eaLnBrk="1" latinLnBrk="0" hangingPunct="1"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  <a:buSzPct val="25000"/>
              <a:buFont typeface="Verdana" pitchFamily="34" charset="0"/>
              <a:buNone/>
              <a:defRPr lang="en-US" sz="1600" b="0" kern="120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fr-FR" sz="1200" b="0" kern="1200" spc="300" noProof="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>
              <a:defRPr lang="fr-FR" sz="1200" b="0" kern="1200" spc="300" noProof="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>
              <a:defRPr lang="fr-FR" sz="1200" b="0" kern="1200" spc="300" noProof="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200" b="0" kern="1200" spc="300" noProof="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№</a:t>
            </a:r>
            <a:endParaRPr lang="en-US" dirty="0"/>
          </a:p>
        </p:txBody>
      </p:sp>
      <p:sp>
        <p:nvSpPr>
          <p:cNvPr id="46" name="Espace réservé du texte 2">
            <a:extLst>
              <a:ext uri="{FF2B5EF4-FFF2-40B4-BE49-F238E27FC236}">
                <a16:creationId xmlns:a16="http://schemas.microsoft.com/office/drawing/2014/main" id="{1E522EAC-397E-ED6D-CF62-432AFED7010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002231" y="2013798"/>
            <a:ext cx="540000" cy="227211"/>
          </a:xfrm>
          <a:prstGeom prst="rect">
            <a:avLst/>
          </a:prstGeom>
        </p:spPr>
        <p:txBody>
          <a:bodyPr anchor="b"/>
          <a:lstStyle>
            <a:lvl1pPr marL="0" indent="0" algn="l" defTabSz="457189" rtl="0" eaLnBrk="1" latinLnBrk="0" hangingPunct="1"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  <a:buSzPct val="25000"/>
              <a:buFont typeface="Verdana" pitchFamily="34" charset="0"/>
              <a:buNone/>
              <a:defRPr lang="en-US" sz="1600" b="0" kern="120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fr-FR" sz="1200" b="0" kern="1200" spc="300" noProof="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>
              <a:defRPr lang="fr-FR" sz="1200" b="0" kern="1200" spc="300" noProof="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>
              <a:defRPr lang="fr-FR" sz="1200" b="0" kern="1200" spc="300" noProof="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200" b="0" kern="1200" spc="300" noProof="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№</a:t>
            </a:r>
            <a:endParaRPr lang="en-US" dirty="0"/>
          </a:p>
        </p:txBody>
      </p:sp>
      <p:sp>
        <p:nvSpPr>
          <p:cNvPr id="47" name="Espace réservé du texte 2">
            <a:extLst>
              <a:ext uri="{FF2B5EF4-FFF2-40B4-BE49-F238E27FC236}">
                <a16:creationId xmlns:a16="http://schemas.microsoft.com/office/drawing/2014/main" id="{9A22B183-AEDA-4F40-55B3-022407837A5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002231" y="2551880"/>
            <a:ext cx="540000" cy="227211"/>
          </a:xfrm>
          <a:prstGeom prst="rect">
            <a:avLst/>
          </a:prstGeom>
        </p:spPr>
        <p:txBody>
          <a:bodyPr anchor="b"/>
          <a:lstStyle>
            <a:lvl1pPr marL="0" indent="0" algn="l" defTabSz="457189" rtl="0" eaLnBrk="1" latinLnBrk="0" hangingPunct="1"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  <a:buSzPct val="25000"/>
              <a:buFont typeface="Verdana" pitchFamily="34" charset="0"/>
              <a:buNone/>
              <a:defRPr lang="en-US" sz="1600" b="0" kern="120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fr-FR" sz="1200" b="0" kern="1200" spc="300" noProof="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>
              <a:defRPr lang="fr-FR" sz="1200" b="0" kern="1200" spc="300" noProof="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>
              <a:defRPr lang="fr-FR" sz="1200" b="0" kern="1200" spc="300" noProof="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200" b="0" kern="1200" spc="300" noProof="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№</a:t>
            </a:r>
            <a:endParaRPr lang="en-US" dirty="0"/>
          </a:p>
        </p:txBody>
      </p:sp>
      <p:sp>
        <p:nvSpPr>
          <p:cNvPr id="48" name="Espace réservé du texte 2">
            <a:extLst>
              <a:ext uri="{FF2B5EF4-FFF2-40B4-BE49-F238E27FC236}">
                <a16:creationId xmlns:a16="http://schemas.microsoft.com/office/drawing/2014/main" id="{D3A92E1F-45A4-123B-8ACF-15C91FC2DED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002231" y="3089962"/>
            <a:ext cx="540000" cy="227211"/>
          </a:xfrm>
          <a:prstGeom prst="rect">
            <a:avLst/>
          </a:prstGeom>
        </p:spPr>
        <p:txBody>
          <a:bodyPr anchor="b"/>
          <a:lstStyle>
            <a:lvl1pPr marL="0" indent="0" algn="l" defTabSz="457189" rtl="0" eaLnBrk="1" latinLnBrk="0" hangingPunct="1"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  <a:buSzPct val="25000"/>
              <a:buFont typeface="Verdana" pitchFamily="34" charset="0"/>
              <a:buNone/>
              <a:defRPr lang="en-US" sz="1600" b="0" kern="120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fr-FR" sz="1200" b="0" kern="1200" spc="300" noProof="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>
              <a:defRPr lang="fr-FR" sz="1200" b="0" kern="1200" spc="300" noProof="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>
              <a:defRPr lang="fr-FR" sz="1200" b="0" kern="1200" spc="300" noProof="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200" b="0" kern="1200" spc="300" noProof="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№</a:t>
            </a:r>
            <a:endParaRPr lang="en-US" dirty="0"/>
          </a:p>
        </p:txBody>
      </p:sp>
      <p:sp>
        <p:nvSpPr>
          <p:cNvPr id="49" name="Espace réservé du texte 2">
            <a:extLst>
              <a:ext uri="{FF2B5EF4-FFF2-40B4-BE49-F238E27FC236}">
                <a16:creationId xmlns:a16="http://schemas.microsoft.com/office/drawing/2014/main" id="{CDC2EC87-1F49-2D5C-9305-CF9F000DCDC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002231" y="3628044"/>
            <a:ext cx="540000" cy="227211"/>
          </a:xfrm>
          <a:prstGeom prst="rect">
            <a:avLst/>
          </a:prstGeom>
        </p:spPr>
        <p:txBody>
          <a:bodyPr anchor="b"/>
          <a:lstStyle>
            <a:lvl1pPr marL="0" indent="0" algn="l" defTabSz="457189" rtl="0" eaLnBrk="1" latinLnBrk="0" hangingPunct="1"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  <a:buSzPct val="25000"/>
              <a:buFont typeface="Verdana" pitchFamily="34" charset="0"/>
              <a:buNone/>
              <a:defRPr lang="en-US" sz="1600" b="0" kern="120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fr-FR" sz="1200" b="0" kern="1200" spc="300" noProof="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>
              <a:defRPr lang="fr-FR" sz="1200" b="0" kern="1200" spc="300" noProof="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>
              <a:defRPr lang="fr-FR" sz="1200" b="0" kern="1200" spc="300" noProof="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200" b="0" kern="1200" spc="300" noProof="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№</a:t>
            </a:r>
            <a:endParaRPr lang="en-US" dirty="0"/>
          </a:p>
        </p:txBody>
      </p:sp>
      <p:sp>
        <p:nvSpPr>
          <p:cNvPr id="50" name="Espace réservé du texte 2">
            <a:extLst>
              <a:ext uri="{FF2B5EF4-FFF2-40B4-BE49-F238E27FC236}">
                <a16:creationId xmlns:a16="http://schemas.microsoft.com/office/drawing/2014/main" id="{DDB6BBE3-F2F2-C4EC-7188-7D09E3EFE28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002231" y="4166126"/>
            <a:ext cx="540000" cy="227211"/>
          </a:xfrm>
          <a:prstGeom prst="rect">
            <a:avLst/>
          </a:prstGeom>
        </p:spPr>
        <p:txBody>
          <a:bodyPr anchor="b"/>
          <a:lstStyle>
            <a:lvl1pPr marL="0" indent="0" algn="l" defTabSz="457189" rtl="0" eaLnBrk="1" latinLnBrk="0" hangingPunct="1"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  <a:buSzPct val="25000"/>
              <a:buFont typeface="Verdana" pitchFamily="34" charset="0"/>
              <a:buNone/>
              <a:defRPr lang="en-US" sz="1600" b="0" kern="120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fr-FR" sz="1200" b="0" kern="1200" spc="300" noProof="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>
              <a:defRPr lang="fr-FR" sz="1200" b="0" kern="1200" spc="300" noProof="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>
              <a:defRPr lang="fr-FR" sz="1200" b="0" kern="1200" spc="300" noProof="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200" b="0" kern="1200" spc="300" noProof="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№</a:t>
            </a:r>
            <a:endParaRPr lang="en-US" dirty="0"/>
          </a:p>
        </p:txBody>
      </p:sp>
      <p:sp>
        <p:nvSpPr>
          <p:cNvPr id="51" name="Espace réservé du texte 2">
            <a:extLst>
              <a:ext uri="{FF2B5EF4-FFF2-40B4-BE49-F238E27FC236}">
                <a16:creationId xmlns:a16="http://schemas.microsoft.com/office/drawing/2014/main" id="{C16CC38E-617D-03DD-B3CA-6D605C43FDB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002231" y="4704208"/>
            <a:ext cx="540000" cy="227211"/>
          </a:xfrm>
          <a:prstGeom prst="rect">
            <a:avLst/>
          </a:prstGeom>
        </p:spPr>
        <p:txBody>
          <a:bodyPr anchor="b"/>
          <a:lstStyle>
            <a:lvl1pPr marL="0" indent="0" algn="l" defTabSz="457189" rtl="0" eaLnBrk="1" latinLnBrk="0" hangingPunct="1"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  <a:buSzPct val="25000"/>
              <a:buFont typeface="Verdana" pitchFamily="34" charset="0"/>
              <a:buNone/>
              <a:defRPr lang="en-US" sz="1600" b="0" kern="120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fr-FR" sz="1200" b="0" kern="1200" spc="300" noProof="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>
              <a:defRPr lang="fr-FR" sz="1200" b="0" kern="1200" spc="300" noProof="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>
              <a:defRPr lang="fr-FR" sz="1200" b="0" kern="1200" spc="300" noProof="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200" b="0" kern="1200" spc="300" noProof="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№</a:t>
            </a:r>
            <a:endParaRPr lang="en-US" dirty="0"/>
          </a:p>
        </p:txBody>
      </p:sp>
      <p:sp>
        <p:nvSpPr>
          <p:cNvPr id="52" name="Espace réservé du texte 2">
            <a:extLst>
              <a:ext uri="{FF2B5EF4-FFF2-40B4-BE49-F238E27FC236}">
                <a16:creationId xmlns:a16="http://schemas.microsoft.com/office/drawing/2014/main" id="{90AE2CE2-559B-E257-FAC9-368AB1407C9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1002231" y="5242292"/>
            <a:ext cx="540000" cy="227211"/>
          </a:xfrm>
          <a:prstGeom prst="rect">
            <a:avLst/>
          </a:prstGeom>
        </p:spPr>
        <p:txBody>
          <a:bodyPr anchor="b"/>
          <a:lstStyle>
            <a:lvl1pPr marL="0" indent="0" algn="l" defTabSz="457189" rtl="0" eaLnBrk="1" latinLnBrk="0" hangingPunct="1">
              <a:spcBef>
                <a:spcPts val="600"/>
              </a:spcBef>
              <a:spcAft>
                <a:spcPts val="0"/>
              </a:spcAft>
              <a:buClr>
                <a:schemeClr val="bg1"/>
              </a:buClr>
              <a:buSzPct val="25000"/>
              <a:buFont typeface="Verdana" pitchFamily="34" charset="0"/>
              <a:buNone/>
              <a:defRPr lang="en-US" sz="1600" b="0" kern="120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fr-FR" sz="1200" b="0" kern="1200" spc="300" noProof="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>
              <a:defRPr lang="fr-FR" sz="1200" b="0" kern="1200" spc="300" noProof="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>
              <a:defRPr lang="fr-FR" sz="1200" b="0" kern="1200" spc="300" noProof="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200" b="0" kern="1200" spc="300" noProof="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№</a:t>
            </a:r>
            <a:endParaRPr lang="en-US" dirty="0"/>
          </a:p>
        </p:txBody>
      </p:sp>
      <p:pic>
        <p:nvPicPr>
          <p:cNvPr id="3" name="Рисунок 2" descr="Изображение выглядит как Шрифт, Графика, логотип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D3D4247A-A704-82D0-2B96-72BB28E21B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10271820" y="6260122"/>
            <a:ext cx="1405061" cy="48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071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dient Divider &amp;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C5FDB0A-124A-5769-E145-50535EC247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A29147A-E282-4A23-A176-9828642E383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3000">
                <a:schemeClr val="tx2"/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FD5246D4-8081-4C33-86D4-DEC6CD69B19D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623888" y="2123413"/>
            <a:ext cx="10944225" cy="1457186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44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1600" b="1">
                <a:solidFill>
                  <a:schemeClr val="bg1"/>
                </a:solidFill>
                <a:latin typeface="+mj-lt"/>
              </a:defRPr>
            </a:lvl2pPr>
            <a:lvl3pPr marL="180972" indent="0">
              <a:buNone/>
              <a:defRPr sz="1600" b="1">
                <a:solidFill>
                  <a:schemeClr val="bg1"/>
                </a:solidFill>
                <a:latin typeface="+mj-lt"/>
              </a:defRPr>
            </a:lvl3pPr>
            <a:lvl4pPr marL="374640" indent="0">
              <a:buNone/>
              <a:defRPr sz="1600" b="1">
                <a:solidFill>
                  <a:schemeClr val="bg1"/>
                </a:solidFill>
                <a:latin typeface="+mj-lt"/>
              </a:defRPr>
            </a:lvl4pPr>
            <a:lvl5pPr marL="647684" indent="0">
              <a:buNone/>
              <a:defRPr sz="1600" b="1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fr-FR" dirty="0" err="1"/>
              <a:t>Divider</a:t>
            </a:r>
            <a:br>
              <a:rPr lang="fr-FR" dirty="0"/>
            </a:br>
            <a:r>
              <a:rPr lang="fr-FR" dirty="0" err="1"/>
              <a:t>title</a:t>
            </a:r>
            <a:endParaRPr lang="fr-FR" dirty="0"/>
          </a:p>
        </p:txBody>
      </p:sp>
      <p:pic>
        <p:nvPicPr>
          <p:cNvPr id="2" name="Рисунок 1" descr="Изображение выглядит как Шрифт, Графика, логотип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5D57FC68-CB7A-A532-FD7F-2D37067687D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10271820" y="6260122"/>
            <a:ext cx="1405061" cy="48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09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adient Divider &amp;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EBF4B78-6E6A-E6CE-A053-BA03A10D44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A29147A-E282-4A23-A176-9828642E3830}"/>
              </a:ext>
            </a:extLst>
          </p:cNvPr>
          <p:cNvSpPr/>
          <p:nvPr userDrawn="1"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accent1">
              <a:alpha val="6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FD5246D4-8081-4C33-86D4-DEC6CD69B19D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623888" y="2123413"/>
            <a:ext cx="10944225" cy="1457186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44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1600" b="1">
                <a:solidFill>
                  <a:schemeClr val="bg1"/>
                </a:solidFill>
                <a:latin typeface="+mj-lt"/>
              </a:defRPr>
            </a:lvl2pPr>
            <a:lvl3pPr marL="180972" indent="0">
              <a:buNone/>
              <a:defRPr sz="1600" b="1">
                <a:solidFill>
                  <a:schemeClr val="bg1"/>
                </a:solidFill>
                <a:latin typeface="+mj-lt"/>
              </a:defRPr>
            </a:lvl3pPr>
            <a:lvl4pPr marL="374640" indent="0">
              <a:buNone/>
              <a:defRPr sz="1600" b="1">
                <a:solidFill>
                  <a:schemeClr val="bg1"/>
                </a:solidFill>
                <a:latin typeface="+mj-lt"/>
              </a:defRPr>
            </a:lvl4pPr>
            <a:lvl5pPr marL="647684" indent="0">
              <a:buNone/>
              <a:defRPr sz="1600" b="1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fr-FR" dirty="0" err="1"/>
              <a:t>Divider</a:t>
            </a:r>
            <a:br>
              <a:rPr lang="fr-FR" dirty="0"/>
            </a:br>
            <a:r>
              <a:rPr lang="fr-FR" dirty="0" err="1"/>
              <a:t>title</a:t>
            </a:r>
            <a:endParaRPr lang="fr-FR" dirty="0"/>
          </a:p>
        </p:txBody>
      </p:sp>
      <p:pic>
        <p:nvPicPr>
          <p:cNvPr id="2" name="Рисунок 1" descr="Изображение выглядит как Шрифт, Графика, логотип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B8D08497-B2BC-DF8F-4FBB-8D5B1D766A5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10271820" y="6260122"/>
            <a:ext cx="1405061" cy="48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692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Gradient Divider &amp;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now mountain with Aurora borealis">
            <a:extLst>
              <a:ext uri="{FF2B5EF4-FFF2-40B4-BE49-F238E27FC236}">
                <a16:creationId xmlns:a16="http://schemas.microsoft.com/office/drawing/2014/main" id="{C2C2450F-93E3-D6B4-F873-FC3F45E1FFD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0"/>
            <a:ext cx="1219199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0">
            <a:extLst>
              <a:ext uri="{FF2B5EF4-FFF2-40B4-BE49-F238E27FC236}">
                <a16:creationId xmlns:a16="http://schemas.microsoft.com/office/drawing/2014/main" id="{CD0463D8-2EA6-6E31-2160-5B4022F8A11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3000">
                <a:schemeClr val="tx2"/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Рисунок 4" descr="Изображение выглядит как Шрифт, Графика, логотип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6C97BE7E-8D34-E8FA-2807-E0B04861DFF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10271820" y="6260122"/>
            <a:ext cx="1405061" cy="481936"/>
          </a:xfrm>
          <a:prstGeom prst="rect">
            <a:avLst/>
          </a:prstGeom>
        </p:spPr>
      </p:pic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B79325F8-F753-E001-D558-CEECDABF2ED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3888" y="2123413"/>
            <a:ext cx="10944225" cy="1457186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44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1600" b="1">
                <a:solidFill>
                  <a:schemeClr val="bg1"/>
                </a:solidFill>
                <a:latin typeface="+mj-lt"/>
              </a:defRPr>
            </a:lvl2pPr>
            <a:lvl3pPr marL="180972" indent="0">
              <a:buNone/>
              <a:defRPr sz="1600" b="1">
                <a:solidFill>
                  <a:schemeClr val="bg1"/>
                </a:solidFill>
                <a:latin typeface="+mj-lt"/>
              </a:defRPr>
            </a:lvl3pPr>
            <a:lvl4pPr marL="374640" indent="0">
              <a:buNone/>
              <a:defRPr sz="1600" b="1">
                <a:solidFill>
                  <a:schemeClr val="bg1"/>
                </a:solidFill>
                <a:latin typeface="+mj-lt"/>
              </a:defRPr>
            </a:lvl4pPr>
            <a:lvl5pPr marL="647684" indent="0">
              <a:buNone/>
              <a:defRPr sz="1600" b="1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fr-FR" dirty="0" err="1"/>
              <a:t>Divider</a:t>
            </a:r>
            <a:endParaRPr lang="fr-FR" dirty="0"/>
          </a:p>
          <a:p>
            <a:pPr lvl="0"/>
            <a:r>
              <a:rPr lang="fr-FR" dirty="0" err="1"/>
              <a:t>title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362080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adient Divider &amp;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человек, небо, на открытом воздухе, удержание&#10;&#10;Автоматически созданное описание">
            <a:extLst>
              <a:ext uri="{FF2B5EF4-FFF2-40B4-BE49-F238E27FC236}">
                <a16:creationId xmlns:a16="http://schemas.microsoft.com/office/drawing/2014/main" id="{FEAC484D-4A66-1FFF-C537-DB15FD2D48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A29147A-E282-4A23-A176-9828642E383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3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FD5246D4-8081-4C33-86D4-DEC6CD69B19D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623888" y="2123413"/>
            <a:ext cx="10944225" cy="1457186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44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1600" b="1">
                <a:solidFill>
                  <a:schemeClr val="bg1"/>
                </a:solidFill>
                <a:latin typeface="+mj-lt"/>
              </a:defRPr>
            </a:lvl2pPr>
            <a:lvl3pPr marL="180972" indent="0">
              <a:buNone/>
              <a:defRPr sz="1600" b="1">
                <a:solidFill>
                  <a:schemeClr val="bg1"/>
                </a:solidFill>
                <a:latin typeface="+mj-lt"/>
              </a:defRPr>
            </a:lvl3pPr>
            <a:lvl4pPr marL="374640" indent="0">
              <a:buNone/>
              <a:defRPr sz="1600" b="1">
                <a:solidFill>
                  <a:schemeClr val="bg1"/>
                </a:solidFill>
                <a:latin typeface="+mj-lt"/>
              </a:defRPr>
            </a:lvl4pPr>
            <a:lvl5pPr marL="647684" indent="0">
              <a:buNone/>
              <a:defRPr sz="1600" b="1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fr-FR" dirty="0" err="1"/>
              <a:t>Divider</a:t>
            </a:r>
            <a:br>
              <a:rPr lang="fr-FR" dirty="0"/>
            </a:br>
            <a:r>
              <a:rPr lang="fr-FR" dirty="0" err="1"/>
              <a:t>title</a:t>
            </a:r>
            <a:endParaRPr lang="fr-FR" dirty="0"/>
          </a:p>
        </p:txBody>
      </p:sp>
      <p:pic>
        <p:nvPicPr>
          <p:cNvPr id="2" name="Рисунок 1" descr="Изображение выглядит как Шрифт, Графика, логотип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5A92786F-3668-7F23-B81B-792C1698111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10271820" y="6260122"/>
            <a:ext cx="1405061" cy="48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234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gradient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2AD501A-AD9B-422F-BC38-A8D4766F990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50000">
                <a:srgbClr val="059E9A"/>
              </a:gs>
              <a:gs pos="0">
                <a:schemeClr val="accent2"/>
              </a:gs>
              <a:gs pos="100000">
                <a:schemeClr val="accent1"/>
              </a:gs>
            </a:gsLst>
            <a:lin ang="1800000" scaled="0"/>
          </a:gra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dirty="0" err="1">
              <a:solidFill>
                <a:schemeClr val="tx1"/>
              </a:solidFill>
            </a:endParaRPr>
          </a:p>
        </p:txBody>
      </p:sp>
      <p:sp>
        <p:nvSpPr>
          <p:cNvPr id="11" name="Espace réservé du texte 2">
            <a:extLst>
              <a:ext uri="{FF2B5EF4-FFF2-40B4-BE49-F238E27FC236}">
                <a16:creationId xmlns:a16="http://schemas.microsoft.com/office/drawing/2014/main" id="{CB1F17EE-6AB9-4C97-B107-6061ADD798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3888" y="2123413"/>
            <a:ext cx="10944225" cy="1457186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44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1600" b="1">
                <a:solidFill>
                  <a:schemeClr val="bg1"/>
                </a:solidFill>
                <a:latin typeface="+mj-lt"/>
              </a:defRPr>
            </a:lvl2pPr>
            <a:lvl3pPr marL="180972" indent="0">
              <a:buNone/>
              <a:defRPr sz="1600" b="1">
                <a:solidFill>
                  <a:schemeClr val="bg1"/>
                </a:solidFill>
                <a:latin typeface="+mj-lt"/>
              </a:defRPr>
            </a:lvl3pPr>
            <a:lvl4pPr marL="374640" indent="0">
              <a:buNone/>
              <a:defRPr sz="1600" b="1">
                <a:solidFill>
                  <a:schemeClr val="bg1"/>
                </a:solidFill>
                <a:latin typeface="+mj-lt"/>
              </a:defRPr>
            </a:lvl4pPr>
            <a:lvl5pPr marL="647684" indent="0">
              <a:buNone/>
              <a:defRPr sz="1600" b="1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fr-FR" dirty="0" err="1"/>
              <a:t>Divider</a:t>
            </a:r>
            <a:br>
              <a:rPr lang="fr-FR" dirty="0"/>
            </a:br>
            <a:r>
              <a:rPr lang="fr-FR" dirty="0" err="1"/>
              <a:t>title</a:t>
            </a:r>
            <a:endParaRPr lang="fr-FR" dirty="0"/>
          </a:p>
        </p:txBody>
      </p:sp>
      <p:pic>
        <p:nvPicPr>
          <p:cNvPr id="2" name="Рисунок 1" descr="Изображение выглядит как Шрифт, Графика, логотип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4ED4D497-7A11-D340-519C-96EECE5FEA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10271820" y="6260122"/>
            <a:ext cx="1405061" cy="48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554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adient Divider &amp;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Изображение выглядит как Человеческое лицо, человек, улыбка, очки&#10;&#10;Автоматически созданное описание">
            <a:extLst>
              <a:ext uri="{FF2B5EF4-FFF2-40B4-BE49-F238E27FC236}">
                <a16:creationId xmlns:a16="http://schemas.microsoft.com/office/drawing/2014/main" id="{8FC7FC71-4CCE-144E-8FCF-014A399333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A29147A-E282-4A23-A176-9828642E3830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gradFill>
            <a:gsLst>
              <a:gs pos="50000">
                <a:srgbClr val="059E9A">
                  <a:alpha val="89804"/>
                </a:srgbClr>
              </a:gs>
              <a:gs pos="0">
                <a:schemeClr val="accent2"/>
              </a:gs>
              <a:gs pos="100000">
                <a:schemeClr val="accent1">
                  <a:alpha val="80000"/>
                </a:schemeClr>
              </a:gs>
            </a:gsLst>
            <a:lin ang="18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FD5246D4-8081-4C33-86D4-DEC6CD69B19D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623888" y="2123413"/>
            <a:ext cx="10944225" cy="1457186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44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1600" b="1">
                <a:solidFill>
                  <a:schemeClr val="bg1"/>
                </a:solidFill>
                <a:latin typeface="+mj-lt"/>
              </a:defRPr>
            </a:lvl2pPr>
            <a:lvl3pPr marL="180972" indent="0">
              <a:buNone/>
              <a:defRPr sz="1600" b="1">
                <a:solidFill>
                  <a:schemeClr val="bg1"/>
                </a:solidFill>
                <a:latin typeface="+mj-lt"/>
              </a:defRPr>
            </a:lvl3pPr>
            <a:lvl4pPr marL="374640" indent="0">
              <a:buNone/>
              <a:defRPr sz="1600" b="1">
                <a:solidFill>
                  <a:schemeClr val="bg1"/>
                </a:solidFill>
                <a:latin typeface="+mj-lt"/>
              </a:defRPr>
            </a:lvl4pPr>
            <a:lvl5pPr marL="647684" indent="0">
              <a:buNone/>
              <a:defRPr sz="1600" b="1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fr-FR" dirty="0" err="1"/>
              <a:t>Divider</a:t>
            </a:r>
            <a:br>
              <a:rPr lang="fr-FR" dirty="0"/>
            </a:br>
            <a:r>
              <a:rPr lang="fr-FR" dirty="0" err="1"/>
              <a:t>title</a:t>
            </a:r>
            <a:endParaRPr lang="fr-FR" dirty="0"/>
          </a:p>
        </p:txBody>
      </p:sp>
      <p:pic>
        <p:nvPicPr>
          <p:cNvPr id="5" name="Рисунок 4" descr="Изображение выглядит как Шрифт, Графика, логотип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A501736B-0242-1494-59BC-916455F2BFF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10271820" y="6260122"/>
            <a:ext cx="1405061" cy="48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758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2">
            <a:extLst>
              <a:ext uri="{FF2B5EF4-FFF2-40B4-BE49-F238E27FC236}">
                <a16:creationId xmlns:a16="http://schemas.microsoft.com/office/drawing/2014/main" id="{00C49E21-E183-46F5-861C-0B325E19E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517101"/>
            <a:ext cx="10944225" cy="36933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2C3A7C0-26D0-4079-B9CE-8E3EDA086F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888" y="917325"/>
            <a:ext cx="10944224" cy="307467"/>
          </a:xfrm>
          <a:prstGeom prst="rect">
            <a:avLst/>
          </a:prstGeom>
        </p:spPr>
        <p:txBody>
          <a:bodyPr anchor="t"/>
          <a:lstStyle>
            <a:lvl1pPr>
              <a:buFontTx/>
              <a:buNone/>
              <a:defRPr sz="14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buFontTx/>
              <a:buNone/>
              <a:defRPr/>
            </a:lvl2pPr>
            <a:lvl3pPr marL="180972" indent="0">
              <a:buFontTx/>
              <a:buNone/>
              <a:defRPr/>
            </a:lvl3pPr>
            <a:lvl4pPr marL="374640" indent="0">
              <a:buFontTx/>
              <a:buNone/>
              <a:defRPr/>
            </a:lvl4pPr>
            <a:lvl5pPr marL="647684" indent="0">
              <a:buFontTx/>
              <a:buNone/>
              <a:defRPr/>
            </a:lvl5pPr>
          </a:lstStyle>
          <a:p>
            <a:pPr lvl="0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E4EB6C-3D5C-4105-8C49-7F9DE26BA9E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3888" y="1628775"/>
            <a:ext cx="10944225" cy="4210050"/>
          </a:xfrm>
        </p:spPr>
        <p:txBody>
          <a:bodyPr/>
          <a:lstStyle>
            <a:lvl1pPr marL="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lnSpc>
                <a:spcPct val="130000"/>
              </a:lnSpc>
              <a:spcAft>
                <a:spcPts val="30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lnSpc>
                <a:spcPct val="130000"/>
              </a:lnSpc>
              <a:spcAft>
                <a:spcPts val="300"/>
              </a:spcAft>
              <a:buClr>
                <a:schemeClr val="bg1">
                  <a:lumMod val="50000"/>
                </a:schemeClr>
              </a:buClr>
              <a:buSzPct val="100000"/>
              <a:defRPr sz="12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337743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Title Slide со сноск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2">
            <a:extLst>
              <a:ext uri="{FF2B5EF4-FFF2-40B4-BE49-F238E27FC236}">
                <a16:creationId xmlns:a16="http://schemas.microsoft.com/office/drawing/2014/main" id="{00C49E21-E183-46F5-861C-0B325E19E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517101"/>
            <a:ext cx="10944225" cy="36933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2C3A7C0-26D0-4079-B9CE-8E3EDA086F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888" y="917325"/>
            <a:ext cx="10944224" cy="307467"/>
          </a:xfrm>
          <a:prstGeom prst="rect">
            <a:avLst/>
          </a:prstGeom>
        </p:spPr>
        <p:txBody>
          <a:bodyPr anchor="t"/>
          <a:lstStyle>
            <a:lvl1pPr>
              <a:buFontTx/>
              <a:buNone/>
              <a:defRPr sz="14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buFontTx/>
              <a:buNone/>
              <a:defRPr/>
            </a:lvl2pPr>
            <a:lvl3pPr marL="180972" indent="0">
              <a:buFontTx/>
              <a:buNone/>
              <a:defRPr/>
            </a:lvl3pPr>
            <a:lvl4pPr marL="374640" indent="0">
              <a:buFontTx/>
              <a:buNone/>
              <a:defRPr/>
            </a:lvl4pPr>
            <a:lvl5pPr marL="647684" indent="0">
              <a:buFontTx/>
              <a:buNone/>
              <a:defRPr/>
            </a:lvl5pPr>
          </a:lstStyle>
          <a:p>
            <a:pPr lvl="0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E4EB6C-3D5C-4105-8C49-7F9DE26BA9E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3888" y="1628775"/>
            <a:ext cx="10944225" cy="4210050"/>
          </a:xfrm>
        </p:spPr>
        <p:txBody>
          <a:bodyPr/>
          <a:lstStyle>
            <a:lvl1pPr marL="0" indent="0"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lnSpc>
                <a:spcPct val="130000"/>
              </a:lnSpc>
              <a:spcAft>
                <a:spcPts val="300"/>
              </a:spcAft>
              <a:defRPr>
                <a:latin typeface="+mn-lt"/>
              </a:defRPr>
            </a:lvl4pPr>
            <a:lvl5pPr>
              <a:lnSpc>
                <a:spcPct val="130000"/>
              </a:lnSpc>
              <a:spcAft>
                <a:spcPts val="300"/>
              </a:spcAft>
              <a:buClr>
                <a:schemeClr val="bg1">
                  <a:lumMod val="50000"/>
                </a:schemeClr>
              </a:buClr>
              <a:buSzPct val="100000"/>
              <a:defRPr sz="12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r-FR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23888" y="6037088"/>
            <a:ext cx="7329265" cy="411293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dirty="0"/>
              <a:t>(1)</a:t>
            </a:r>
          </a:p>
          <a:p>
            <a:pPr lvl="0"/>
            <a:r>
              <a:rPr lang="en-US" noProof="0" dirty="0"/>
              <a:t>(2)</a:t>
            </a:r>
          </a:p>
          <a:p>
            <a:pPr lvl="0"/>
            <a:r>
              <a:rPr lang="en-US" noProof="0" dirty="0"/>
              <a:t>Source / Footnote: </a:t>
            </a:r>
            <a:r>
              <a:rPr lang="en-US" noProof="0" dirty="0" err="1"/>
              <a:t>calibri</a:t>
            </a:r>
            <a:r>
              <a:rPr lang="en-US" noProof="0" dirty="0"/>
              <a:t> 9pt</a:t>
            </a:r>
          </a:p>
        </p:txBody>
      </p:sp>
    </p:spTree>
    <p:extLst>
      <p:ext uri="{BB962C8B-B14F-4D97-AF65-F5344CB8AC3E}">
        <p14:creationId xmlns:p14="http://schemas.microsoft.com/office/powerpoint/2010/main" val="19602873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2">
            <a:extLst>
              <a:ext uri="{FF2B5EF4-FFF2-40B4-BE49-F238E27FC236}">
                <a16:creationId xmlns:a16="http://schemas.microsoft.com/office/drawing/2014/main" id="{00C49E21-E183-46F5-861C-0B325E19E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517101"/>
            <a:ext cx="10944225" cy="36933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2C3A7C0-26D0-4079-B9CE-8E3EDA086F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888" y="917325"/>
            <a:ext cx="10944224" cy="307467"/>
          </a:xfrm>
          <a:prstGeom prst="rect">
            <a:avLst/>
          </a:prstGeom>
        </p:spPr>
        <p:txBody>
          <a:bodyPr anchor="t"/>
          <a:lstStyle>
            <a:lvl1pPr>
              <a:buFontTx/>
              <a:buNone/>
              <a:defRPr sz="14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buFontTx/>
              <a:buNone/>
              <a:defRPr/>
            </a:lvl2pPr>
            <a:lvl3pPr marL="180972" indent="0">
              <a:buFontTx/>
              <a:buNone/>
              <a:defRPr/>
            </a:lvl3pPr>
            <a:lvl4pPr marL="374640" indent="0">
              <a:buFontTx/>
              <a:buNone/>
              <a:defRPr/>
            </a:lvl4pPr>
            <a:lvl5pPr marL="647684" indent="0">
              <a:buFontTx/>
              <a:buNone/>
              <a:defRPr/>
            </a:lvl5pPr>
          </a:lstStyle>
          <a:p>
            <a:pPr lvl="0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234617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_gray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EB18242-E346-BF23-4EC3-8CC0DA47B49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400" dirty="0" err="1">
              <a:solidFill>
                <a:schemeClr val="tx1"/>
              </a:solidFill>
            </a:endParaRPr>
          </a:p>
        </p:txBody>
      </p:sp>
      <p:sp>
        <p:nvSpPr>
          <p:cNvPr id="9" name="Title Placeholder 2">
            <a:extLst>
              <a:ext uri="{FF2B5EF4-FFF2-40B4-BE49-F238E27FC236}">
                <a16:creationId xmlns:a16="http://schemas.microsoft.com/office/drawing/2014/main" id="{00C49E21-E183-46F5-861C-0B325E19E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517101"/>
            <a:ext cx="10944225" cy="36933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2C3A7C0-26D0-4079-B9CE-8E3EDA086F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888" y="917325"/>
            <a:ext cx="10944224" cy="307467"/>
          </a:xfrm>
          <a:prstGeom prst="rect">
            <a:avLst/>
          </a:prstGeom>
        </p:spPr>
        <p:txBody>
          <a:bodyPr anchor="t"/>
          <a:lstStyle>
            <a:lvl1pPr>
              <a:buFontTx/>
              <a:buNone/>
              <a:defRPr sz="14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buFontTx/>
              <a:buNone/>
              <a:defRPr/>
            </a:lvl2pPr>
            <a:lvl3pPr marL="180972" indent="0">
              <a:buFontTx/>
              <a:buNone/>
              <a:defRPr/>
            </a:lvl3pPr>
            <a:lvl4pPr marL="374640" indent="0">
              <a:buFontTx/>
              <a:buNone/>
              <a:defRPr/>
            </a:lvl4pPr>
            <a:lvl5pPr marL="647684" indent="0">
              <a:buFontTx/>
              <a:buNone/>
              <a:defRPr/>
            </a:lvl5pPr>
          </a:lstStyle>
          <a:p>
            <a:pPr lvl="0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</p:txBody>
      </p:sp>
      <p:pic>
        <p:nvPicPr>
          <p:cNvPr id="5" name="Рисунок 4" descr="Изображение выглядит как Шрифт, Графика, логотип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4A68E26D-6C51-49AD-9B6F-2593337053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71820" y="6260122"/>
            <a:ext cx="1405061" cy="48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664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2F9C71C-52F1-4A4D-AC3B-473629771E2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1" y="8164"/>
            <a:ext cx="6096000" cy="6858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2" name="Title Placeholder 2">
            <a:extLst>
              <a:ext uri="{FF2B5EF4-FFF2-40B4-BE49-F238E27FC236}">
                <a16:creationId xmlns:a16="http://schemas.microsoft.com/office/drawing/2014/main" id="{A44BD718-C874-4D66-B650-3D63B5459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9" y="517101"/>
            <a:ext cx="5135888" cy="369334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9983C4-1894-404D-9151-2075CE8B1B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3888" y="1628775"/>
            <a:ext cx="5135562" cy="4629150"/>
          </a:xfrm>
        </p:spPr>
        <p:txBody>
          <a:bodyPr vert="horz" lIns="0" tIns="0" rIns="0" bIns="0" rtlCol="0">
            <a:noAutofit/>
          </a:bodyPr>
          <a:lstStyle>
            <a:lvl1pPr>
              <a:defRPr lang="en-US" smtClean="0">
                <a:solidFill>
                  <a:schemeClr val="tx1"/>
                </a:solidFill>
              </a:defRPr>
            </a:lvl1pPr>
            <a:lvl2pPr>
              <a:defRPr lang="en-US" smtClean="0">
                <a:solidFill>
                  <a:schemeClr val="tx1"/>
                </a:solidFill>
              </a:defRPr>
            </a:lvl2pPr>
            <a:lvl3pPr>
              <a:defRPr lang="en-US" smtClean="0">
                <a:solidFill>
                  <a:schemeClr val="tx1"/>
                </a:solidFill>
              </a:defRPr>
            </a:lvl3pPr>
            <a:lvl4pPr>
              <a:defRPr lang="en-US" smtClean="0">
                <a:solidFill>
                  <a:schemeClr val="tx1"/>
                </a:solidFill>
              </a:defRPr>
            </a:lvl4pPr>
            <a:lvl5pPr>
              <a:buClr>
                <a:srgbClr val="7F7F7F"/>
              </a:buClr>
              <a:defRPr lang="fr-FR"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67813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2F9C71C-52F1-4A4D-AC3B-473629771E2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1" y="0"/>
            <a:ext cx="6096000" cy="342899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Espace réservé pour une image  2">
            <a:extLst>
              <a:ext uri="{FF2B5EF4-FFF2-40B4-BE49-F238E27FC236}">
                <a16:creationId xmlns:a16="http://schemas.microsoft.com/office/drawing/2014/main" id="{42EC5DE7-3E80-4C68-890A-E3D664FBE1B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1" y="3428993"/>
            <a:ext cx="6096000" cy="342899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Title Placeholder 2">
            <a:extLst>
              <a:ext uri="{FF2B5EF4-FFF2-40B4-BE49-F238E27FC236}">
                <a16:creationId xmlns:a16="http://schemas.microsoft.com/office/drawing/2014/main" id="{095DA2FA-1741-4D2B-B08C-129D74074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9" y="517101"/>
            <a:ext cx="5135888" cy="369334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F8E913D8-7CB3-4B88-AB38-30DDB1466C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888" y="1628775"/>
            <a:ext cx="5135562" cy="4629150"/>
          </a:xfrm>
        </p:spPr>
        <p:txBody>
          <a:bodyPr vert="horz" lIns="0" tIns="0" rIns="0" bIns="0" rtlCol="0">
            <a:noAutofit/>
          </a:bodyPr>
          <a:lstStyle>
            <a:lvl1pPr>
              <a:defRPr lang="en-US" smtClean="0">
                <a:solidFill>
                  <a:schemeClr val="tx1"/>
                </a:solidFill>
              </a:defRPr>
            </a:lvl1pPr>
            <a:lvl2pPr>
              <a:defRPr lang="en-US" smtClean="0">
                <a:solidFill>
                  <a:schemeClr val="tx1"/>
                </a:solidFill>
              </a:defRPr>
            </a:lvl2pPr>
            <a:lvl3pPr>
              <a:defRPr lang="en-US" smtClean="0">
                <a:solidFill>
                  <a:schemeClr val="tx1"/>
                </a:solidFill>
              </a:defRPr>
            </a:lvl3pPr>
            <a:lvl4pPr>
              <a:defRPr lang="en-US" smtClean="0">
                <a:solidFill>
                  <a:schemeClr val="tx1"/>
                </a:solidFill>
              </a:defRPr>
            </a:lvl4pPr>
            <a:lvl5pPr>
              <a:buClr>
                <a:srgbClr val="7F7F7F"/>
              </a:buClr>
              <a:defRPr lang="fr-FR"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03593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Four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2F9C71C-52F1-4A4D-AC3B-473629771E2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1" y="0"/>
            <a:ext cx="3048000" cy="342899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Espace réservé pour une image  2">
            <a:extLst>
              <a:ext uri="{FF2B5EF4-FFF2-40B4-BE49-F238E27FC236}">
                <a16:creationId xmlns:a16="http://schemas.microsoft.com/office/drawing/2014/main" id="{42EC5DE7-3E80-4C68-890A-E3D664FBE1B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1" y="3428993"/>
            <a:ext cx="3048000" cy="342900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Espace réservé pour une image  2">
            <a:extLst>
              <a:ext uri="{FF2B5EF4-FFF2-40B4-BE49-F238E27FC236}">
                <a16:creationId xmlns:a16="http://schemas.microsoft.com/office/drawing/2014/main" id="{E7605A3B-0179-473B-9CB6-CC5A493B967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1" y="0"/>
            <a:ext cx="3048000" cy="342899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Espace réservé pour une image  2">
            <a:extLst>
              <a:ext uri="{FF2B5EF4-FFF2-40B4-BE49-F238E27FC236}">
                <a16:creationId xmlns:a16="http://schemas.microsoft.com/office/drawing/2014/main" id="{15060EE6-A355-453C-AA84-ABCFFCC6CA9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144001" y="3437157"/>
            <a:ext cx="3048000" cy="342899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Title Placeholder 2">
            <a:extLst>
              <a:ext uri="{FF2B5EF4-FFF2-40B4-BE49-F238E27FC236}">
                <a16:creationId xmlns:a16="http://schemas.microsoft.com/office/drawing/2014/main" id="{706603BD-449F-4146-BC92-4D9C5E9D7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9" y="517101"/>
            <a:ext cx="5135888" cy="369334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9F7F2BB-4F6E-413F-8B6C-741A21A2D11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3888" y="1628775"/>
            <a:ext cx="5135562" cy="4629150"/>
          </a:xfrm>
        </p:spPr>
        <p:txBody>
          <a:bodyPr vert="horz" lIns="0" tIns="0" rIns="0" bIns="0" rtlCol="0">
            <a:noAutofit/>
          </a:bodyPr>
          <a:lstStyle>
            <a:lvl1pPr>
              <a:defRPr lang="en-US" smtClean="0">
                <a:solidFill>
                  <a:schemeClr val="tx1"/>
                </a:solidFill>
              </a:defRPr>
            </a:lvl1pPr>
            <a:lvl2pPr>
              <a:defRPr lang="en-US" smtClean="0">
                <a:solidFill>
                  <a:schemeClr val="tx1"/>
                </a:solidFill>
              </a:defRPr>
            </a:lvl2pPr>
            <a:lvl3pPr>
              <a:defRPr lang="en-US" smtClean="0">
                <a:solidFill>
                  <a:schemeClr val="tx1"/>
                </a:solidFill>
              </a:defRPr>
            </a:lvl3pPr>
            <a:lvl4pPr>
              <a:defRPr lang="en-US" smtClean="0">
                <a:solidFill>
                  <a:schemeClr val="tx1"/>
                </a:solidFill>
              </a:defRPr>
            </a:lvl4pPr>
            <a:lvl5pPr>
              <a:buClr>
                <a:srgbClr val="7F7F7F"/>
              </a:buClr>
              <a:defRPr lang="fr-FR"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529207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text &amp;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pour une image  12">
            <a:extLst>
              <a:ext uri="{FF2B5EF4-FFF2-40B4-BE49-F238E27FC236}">
                <a16:creationId xmlns:a16="http://schemas.microsoft.com/office/drawing/2014/main" id="{BD8D428F-1999-4CD7-803A-0499EFBBC9A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3888" y="3732213"/>
            <a:ext cx="5021262" cy="194468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5373431-056A-4064-9619-EA69252277A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50025" y="517101"/>
            <a:ext cx="5018088" cy="19431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Title Placeholder 2">
            <a:extLst>
              <a:ext uri="{FF2B5EF4-FFF2-40B4-BE49-F238E27FC236}">
                <a16:creationId xmlns:a16="http://schemas.microsoft.com/office/drawing/2014/main" id="{598D7C8E-D578-4DD4-862C-7D2255F6F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9" y="517101"/>
            <a:ext cx="5135888" cy="369334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8D0377-E092-44FD-9E10-2B55E4AC68F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3888" y="1879600"/>
            <a:ext cx="5021262" cy="1549399"/>
          </a:xfr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buClr>
                <a:srgbClr val="7F7F7F"/>
              </a:buClr>
              <a:defRPr lang="fr-FR"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r-FR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3D20D25-472D-4874-8F4C-9AD56601BB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46850" y="2743200"/>
            <a:ext cx="5021262" cy="2933700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buClr>
                <a:srgbClr val="7F7F7F"/>
              </a:buClr>
              <a:defRPr lang="fr-FR" sz="12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r-FR" dirty="0"/>
          </a:p>
        </p:txBody>
      </p:sp>
      <p:sp>
        <p:nvSpPr>
          <p:cNvPr id="7" name="Espace réservé du texte 5">
            <a:extLst>
              <a:ext uri="{FF2B5EF4-FFF2-40B4-BE49-F238E27FC236}">
                <a16:creationId xmlns:a16="http://schemas.microsoft.com/office/drawing/2014/main" id="{1AC4198F-1F9C-42CB-9B9D-BA5572B44CC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3888" y="5873703"/>
            <a:ext cx="10944223" cy="336395"/>
          </a:xfrm>
        </p:spPr>
        <p:txBody>
          <a:bodyPr anchor="ctr"/>
          <a:lstStyle>
            <a:lvl1pPr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dirty="0"/>
              <a:t>Source / </a:t>
            </a:r>
            <a:r>
              <a:rPr lang="fr-FR" dirty="0" err="1"/>
              <a:t>Footnote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25059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s text Blue Backgrou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2">
            <a:extLst>
              <a:ext uri="{FF2B5EF4-FFF2-40B4-BE49-F238E27FC236}">
                <a16:creationId xmlns:a16="http://schemas.microsoft.com/office/drawing/2014/main" id="{A57F6187-BFE3-4338-8A14-47B63D86F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9" y="517101"/>
            <a:ext cx="5135888" cy="369334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5743908-B0F1-4FA6-BB4B-381DC44AF2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3888" y="1841500"/>
            <a:ext cx="5021262" cy="4051300"/>
          </a:xfrm>
        </p:spPr>
        <p:txBody>
          <a:bodyPr/>
          <a:lstStyle>
            <a:lvl1pPr>
              <a:lnSpc>
                <a:spcPct val="130000"/>
              </a:lnSpc>
              <a:spcAft>
                <a:spcPts val="1200"/>
              </a:spcAft>
              <a:defRPr lang="en-US" smtClean="0">
                <a:solidFill>
                  <a:schemeClr val="bg1"/>
                </a:solidFill>
              </a:defRPr>
            </a:lvl1pPr>
            <a:lvl5pPr>
              <a:defRPr>
                <a:solidFill>
                  <a:schemeClr val="bg1"/>
                </a:solidFill>
              </a:defRPr>
            </a:lvl5pPr>
          </a:lstStyle>
          <a:p>
            <a:pPr>
              <a:lnSpc>
                <a:spcPct val="130000"/>
              </a:lnSpc>
              <a:spcAft>
                <a:spcPts val="1200"/>
              </a:spcAft>
            </a:pPr>
            <a:r>
              <a:rPr lang="en-US" dirty="0">
                <a:latin typeface="+mj-lt"/>
              </a:rPr>
              <a:t>Bring to the table win-win survival strategies to ensure proactive domination. 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At the end of the day, going forward, a new normal that has evolved from generation X is on the runway heading towards a streamlined cloud solution. 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User generated content in real-time will have multiple touchpoints for offshoring.</a:t>
            </a:r>
          </a:p>
          <a:p>
            <a:pPr>
              <a:lnSpc>
                <a:spcPct val="130000"/>
              </a:lnSpc>
              <a:spcAft>
                <a:spcPts val="1200"/>
              </a:spcAft>
            </a:pPr>
            <a:r>
              <a:rPr lang="en-US" dirty="0">
                <a:latin typeface="+mj-lt"/>
              </a:rPr>
              <a:t>Override the digital divide with additional </a:t>
            </a:r>
            <a:r>
              <a:rPr lang="en-US" dirty="0" err="1">
                <a:latin typeface="+mj-lt"/>
              </a:rPr>
              <a:t>clickthroughs</a:t>
            </a:r>
            <a:r>
              <a:rPr lang="en-US" dirty="0">
                <a:latin typeface="+mj-lt"/>
              </a:rPr>
              <a:t> from DevOps. Nanotechnology immersion along the information highway will close the loop on focusing solely on the bottom line. Podcasting operational change management inside of workflows to establish a framework. Bring to the table win-win survival strategies to ensure proactive domination. At the end of the day, going forward, a new normal that has evolved from generation X is on the runway heading towards a streamlined cloud solution. Podcasting operational change management inside of workflows to establish a framework. Bring to the table win-win survival strategies to ensure proactive domination. At the end of the day, going forward, a new normal that has evolved from generation X is on the runway heading towards a streamlined cloud solution.</a:t>
            </a:r>
          </a:p>
          <a:p>
            <a:pPr lvl="4"/>
            <a:endParaRPr lang="fr-FR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994E1168-830C-4B5E-B2A4-9213147E3C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46850" y="517101"/>
            <a:ext cx="5021262" cy="5375699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lang="en-US" dirty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lang="en-US" dirty="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lang="en-US" dirty="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lang="fr-FR" sz="12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r-FR" dirty="0"/>
          </a:p>
        </p:txBody>
      </p:sp>
      <p:pic>
        <p:nvPicPr>
          <p:cNvPr id="2" name="Рисунок 1" descr="Изображение выглядит как Шрифт, Графика, логотип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F3FD7520-044A-F730-97A8-3ACCA19E9B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10271820" y="6260122"/>
            <a:ext cx="1405061" cy="48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4995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sic Title Slide_Black Backgrou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2">
            <a:extLst>
              <a:ext uri="{FF2B5EF4-FFF2-40B4-BE49-F238E27FC236}">
                <a16:creationId xmlns:a16="http://schemas.microsoft.com/office/drawing/2014/main" id="{73A0566A-B039-377D-85FB-902CD89EF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517101"/>
            <a:ext cx="10944225" cy="36933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7937C41E-D0A5-E228-494E-779A0F2548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888" y="917325"/>
            <a:ext cx="10944224" cy="307467"/>
          </a:xfrm>
          <a:prstGeom prst="rect">
            <a:avLst/>
          </a:prstGeom>
        </p:spPr>
        <p:txBody>
          <a:bodyPr anchor="t"/>
          <a:lstStyle>
            <a:lvl1pPr>
              <a:buFontTx/>
              <a:buNone/>
              <a:defRPr sz="14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buFontTx/>
              <a:buNone/>
              <a:defRPr/>
            </a:lvl2pPr>
            <a:lvl3pPr marL="180972" indent="0">
              <a:buFontTx/>
              <a:buNone/>
              <a:defRPr/>
            </a:lvl3pPr>
            <a:lvl4pPr marL="374640" indent="0">
              <a:buFontTx/>
              <a:buNone/>
              <a:defRPr/>
            </a:lvl4pPr>
            <a:lvl5pPr marL="647684" indent="0">
              <a:buFontTx/>
              <a:buNone/>
              <a:defRPr/>
            </a:lvl5pPr>
          </a:lstStyle>
          <a:p>
            <a:pPr lvl="0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ABCE82A-7B2C-9CB9-8473-B63E352CEF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3888" y="1628775"/>
            <a:ext cx="10944225" cy="421005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  <a:latin typeface="+mn-lt"/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30000"/>
              </a:lnSpc>
              <a:spcAft>
                <a:spcPts val="300"/>
              </a:spcAft>
              <a:buClr>
                <a:schemeClr val="bg1"/>
              </a:buClr>
              <a:defRPr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30000"/>
              </a:lnSpc>
              <a:spcAft>
                <a:spcPts val="300"/>
              </a:spcAft>
              <a:buClr>
                <a:schemeClr val="bg1"/>
              </a:buClr>
              <a:buSzPct val="100000"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r-FR" dirty="0"/>
          </a:p>
        </p:txBody>
      </p:sp>
      <p:pic>
        <p:nvPicPr>
          <p:cNvPr id="5" name="Рисунок 4" descr="Изображение выглядит как Шрифт, Графика, логотип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6C97BE7E-8D34-E8FA-2807-E0B04861DF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10271820" y="6260122"/>
            <a:ext cx="1405061" cy="48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2739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&amp;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CD9725D-EA1E-4B70-B6EC-DB2F0E4A815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27038" y="571500"/>
            <a:ext cx="8680450" cy="57340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fr-FR" dirty="0"/>
              <a:t>Click to add image</a:t>
            </a:r>
            <a:endParaRPr lang="en-US" dirty="0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C362D5DB-01A7-4F16-92C7-0A276E1D05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21699" y="1808163"/>
            <a:ext cx="3243171" cy="3241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32000" tIns="288000" rIns="432000" bIns="28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en-US" sz="2000" dirty="0">
                <a:solidFill>
                  <a:schemeClr val="bg1"/>
                </a:solidFill>
                <a:latin typeface="+mj-lt"/>
                <a:cs typeface="Segoe UI Semibold" panose="020B0702040204020203" pitchFamily="34" charset="0"/>
              </a:defRPr>
            </a:lvl1pPr>
          </a:lstStyle>
          <a:p>
            <a:pPr lvl="0" defTabSz="519488">
              <a:lnSpc>
                <a:spcPct val="120000"/>
              </a:lnSpc>
            </a:pPr>
            <a:r>
              <a:rPr lang="en-US" dirty="0"/>
              <a:t>Click to edit Master title style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04483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&amp; box FullWid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CD9725D-EA1E-4B70-B6EC-DB2F0E4A81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8948829" cy="685799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C362D5DB-01A7-4F16-92C7-0A276E1D05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48829" y="1"/>
            <a:ext cx="3243171" cy="685799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32000" tIns="288000" rIns="432000" bIns="28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en-US" sz="2000" dirty="0">
                <a:solidFill>
                  <a:schemeClr val="bg1"/>
                </a:solidFill>
                <a:latin typeface="+mj-lt"/>
                <a:cs typeface="Segoe UI Semibold" panose="020B0702040204020203" pitchFamily="34" charset="0"/>
              </a:defRPr>
            </a:lvl1pPr>
          </a:lstStyle>
          <a:p>
            <a:pPr lvl="0" defTabSz="519488">
              <a:lnSpc>
                <a:spcPct val="120000"/>
              </a:lnSpc>
            </a:pPr>
            <a:r>
              <a:rPr lang="en-US" dirty="0"/>
              <a:t>Click to edit Master title style</a:t>
            </a:r>
            <a:endParaRPr lang="fr-FR" dirty="0"/>
          </a:p>
        </p:txBody>
      </p:sp>
      <p:pic>
        <p:nvPicPr>
          <p:cNvPr id="2" name="Рисунок 1" descr="Изображение выглядит как Шрифт, Графика, логотип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5158A15A-E8EB-5192-C967-2F27300CE8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10271820" y="6260122"/>
            <a:ext cx="1405061" cy="48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80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 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8B85569-B1A0-40C6-899D-1FC3C7FC5EBC}"/>
              </a:ext>
            </a:extLst>
          </p:cNvPr>
          <p:cNvSpPr/>
          <p:nvPr userDrawn="1"/>
        </p:nvSpPr>
        <p:spPr>
          <a:xfrm>
            <a:off x="8667750" y="0"/>
            <a:ext cx="352425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fr-FR" sz="1800"/>
          </a:p>
        </p:txBody>
      </p:sp>
      <p:sp>
        <p:nvSpPr>
          <p:cNvPr id="9" name="Title Placeholder 2">
            <a:extLst>
              <a:ext uri="{FF2B5EF4-FFF2-40B4-BE49-F238E27FC236}">
                <a16:creationId xmlns:a16="http://schemas.microsoft.com/office/drawing/2014/main" id="{00C49E21-E183-46F5-861C-0B325E19E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517101"/>
            <a:ext cx="10944225" cy="36933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Espace réservé du texte 5">
            <a:extLst>
              <a:ext uri="{FF2B5EF4-FFF2-40B4-BE49-F238E27FC236}">
                <a16:creationId xmlns:a16="http://schemas.microsoft.com/office/drawing/2014/main" id="{921B6F65-DC7E-4564-B0B1-327BED38BC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889" y="1641475"/>
            <a:ext cx="4574855" cy="42156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fr-FR" noProof="0" dirty="0">
                <a:solidFill>
                  <a:schemeClr val="tx1"/>
                </a:solidFill>
              </a:defRPr>
            </a:lvl1pPr>
            <a:lvl2pPr>
              <a:defRPr lang="fr-FR" noProof="0" dirty="0">
                <a:solidFill>
                  <a:schemeClr val="tx1"/>
                </a:solidFill>
              </a:defRPr>
            </a:lvl2pPr>
            <a:lvl3pPr>
              <a:buSzPct val="60000"/>
              <a:defRPr lang="fr-FR" noProof="0" dirty="0" smtClean="0">
                <a:solidFill>
                  <a:schemeClr val="tx1"/>
                </a:solidFill>
              </a:defRPr>
            </a:lvl3pPr>
            <a:lvl4pPr>
              <a:defRPr lang="en-US" noProof="0" dirty="0">
                <a:solidFill>
                  <a:schemeClr val="tx1"/>
                </a:solidFill>
              </a:defRPr>
            </a:lvl4pPr>
          </a:lstStyle>
          <a:p>
            <a:pPr lvl="0"/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Segoe UI" panose="020B0502040204020203" pitchFamily="34" charset="0"/>
              </a:rPr>
              <a:t>Click to edit Master title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Segoe UI" panose="020B0502040204020203" pitchFamily="34" charset="0"/>
              </a:rPr>
              <a:t>styl</a:t>
            </a: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Segoe UI" panose="020B0502040204020203" pitchFamily="34" charset="0"/>
              </a:rPr>
              <a:t>e</a:t>
            </a:r>
          </a:p>
          <a:p>
            <a:pPr lvl="1"/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Calibri" panose="020F0502020204030204" pitchFamily="34" charset="0"/>
              </a:rPr>
              <a:t>Second </a:t>
            </a:r>
            <a:r>
              <a:rPr kumimoji="0" lang="fr-F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Calibri" panose="020F0502020204030204" pitchFamily="34" charset="0"/>
              </a:rPr>
              <a:t>level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Calibri" panose="020F0502020204030204" pitchFamily="34" charset="0"/>
            </a:endParaRPr>
          </a:p>
          <a:p>
            <a:pPr lvl="2"/>
            <a:r>
              <a:rPr kumimoji="0" lang="fr-F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Calibri" panose="020F0502020204030204" pitchFamily="34" charset="0"/>
              </a:rPr>
              <a:t>Third</a:t>
            </a: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Calibri" panose="020F0502020204030204" pitchFamily="34" charset="0"/>
              </a:rPr>
              <a:t> </a:t>
            </a:r>
            <a:r>
              <a:rPr kumimoji="0" lang="fr-F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Calibri" panose="020F0502020204030204" pitchFamily="34" charset="0"/>
              </a:rPr>
              <a:t>level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Calibri" panose="020F0502020204030204" pitchFamily="34" charset="0"/>
            </a:endParaRPr>
          </a:p>
          <a:p>
            <a:pPr lvl="3">
              <a:lnSpc>
                <a:spcPct val="130000"/>
              </a:lnSpc>
            </a:pPr>
            <a:r>
              <a:rPr kumimoji="0" lang="fr-F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Calibri" panose="020F0502020204030204" pitchFamily="34" charset="0"/>
              </a:rPr>
              <a:t>Fourth</a:t>
            </a: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Calibri" panose="020F0502020204030204" pitchFamily="34" charset="0"/>
              </a:rPr>
              <a:t> </a:t>
            </a:r>
            <a:r>
              <a:rPr kumimoji="0" lang="fr-F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Calibri" panose="020F0502020204030204" pitchFamily="34" charset="0"/>
              </a:rPr>
              <a:t>level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Calibri" panose="020F0502020204030204" pitchFamily="34" charset="0"/>
            </a:endParaRPr>
          </a:p>
        </p:txBody>
      </p:sp>
      <p:sp>
        <p:nvSpPr>
          <p:cNvPr id="13" name="Espace réservé du texte 2">
            <a:extLst>
              <a:ext uri="{FF2B5EF4-FFF2-40B4-BE49-F238E27FC236}">
                <a16:creationId xmlns:a16="http://schemas.microsoft.com/office/drawing/2014/main" id="{97DDF472-E24C-4F1C-A0D3-A1A5647EE7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3888" y="917325"/>
            <a:ext cx="10863262" cy="307467"/>
          </a:xfrm>
          <a:prstGeom prst="rect">
            <a:avLst/>
          </a:prstGeom>
        </p:spPr>
        <p:txBody>
          <a:bodyPr anchor="t"/>
          <a:lstStyle>
            <a:lvl1pPr>
              <a:buFontTx/>
              <a:buNone/>
              <a:defRPr sz="14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buFontTx/>
              <a:buNone/>
              <a:defRPr/>
            </a:lvl2pPr>
            <a:lvl3pPr marL="180972" indent="0">
              <a:buFontTx/>
              <a:buNone/>
              <a:defRPr/>
            </a:lvl3pPr>
            <a:lvl4pPr marL="374640" indent="0">
              <a:buFontTx/>
              <a:buNone/>
              <a:defRPr/>
            </a:lvl4pPr>
            <a:lvl5pPr marL="647684" indent="0">
              <a:buFontTx/>
              <a:buNone/>
              <a:defRPr/>
            </a:lvl5pPr>
          </a:lstStyle>
          <a:p>
            <a:pPr lvl="0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</p:txBody>
      </p:sp>
      <p:pic>
        <p:nvPicPr>
          <p:cNvPr id="28" name="Image 9">
            <a:extLst>
              <a:ext uri="{FF2B5EF4-FFF2-40B4-BE49-F238E27FC236}">
                <a16:creationId xmlns:a16="http://schemas.microsoft.com/office/drawing/2014/main" id="{4E4B90D4-8E8A-4EA4-8F60-DCC3391CF43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3534" y="1971480"/>
            <a:ext cx="6278252" cy="3687064"/>
          </a:xfrm>
          <a:prstGeom prst="rect">
            <a:avLst/>
          </a:prstGeom>
        </p:spPr>
      </p:pic>
      <p:sp>
        <p:nvSpPr>
          <p:cNvPr id="29" name="Espace réservé pour une image  2">
            <a:extLst>
              <a:ext uri="{FF2B5EF4-FFF2-40B4-BE49-F238E27FC236}">
                <a16:creationId xmlns:a16="http://schemas.microsoft.com/office/drawing/2014/main" id="{4589F180-D102-42EB-B282-FCC03EB535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07931" y="2231230"/>
            <a:ext cx="4731544" cy="295989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3" name="Рисунок 2" descr="Изображение выглядит как Шрифт, Графика, логотип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8F239CE6-C26E-4152-A467-BF53CA20DB6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71820" y="6260122"/>
            <a:ext cx="1405061" cy="48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31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t 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8B85569-B1A0-40C6-899D-1FC3C7FC5EBC}"/>
              </a:ext>
            </a:extLst>
          </p:cNvPr>
          <p:cNvSpPr/>
          <p:nvPr userDrawn="1"/>
        </p:nvSpPr>
        <p:spPr>
          <a:xfrm>
            <a:off x="8667750" y="0"/>
            <a:ext cx="352425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fr-FR" sz="1800"/>
          </a:p>
        </p:txBody>
      </p:sp>
      <p:sp>
        <p:nvSpPr>
          <p:cNvPr id="9" name="Title Placeholder 2">
            <a:extLst>
              <a:ext uri="{FF2B5EF4-FFF2-40B4-BE49-F238E27FC236}">
                <a16:creationId xmlns:a16="http://schemas.microsoft.com/office/drawing/2014/main" id="{00C49E21-E183-46F5-861C-0B325E19E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517101"/>
            <a:ext cx="10944225" cy="36933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Espace réservé du texte 5">
            <a:extLst>
              <a:ext uri="{FF2B5EF4-FFF2-40B4-BE49-F238E27FC236}">
                <a16:creationId xmlns:a16="http://schemas.microsoft.com/office/drawing/2014/main" id="{97555282-95F1-4C07-954C-4168E28D8C0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889" y="1641475"/>
            <a:ext cx="4574855" cy="42156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fr-FR" noProof="0" dirty="0">
                <a:solidFill>
                  <a:schemeClr val="tx1"/>
                </a:solidFill>
              </a:defRPr>
            </a:lvl1pPr>
            <a:lvl2pPr>
              <a:defRPr lang="fr-FR" noProof="0" dirty="0">
                <a:solidFill>
                  <a:schemeClr val="tx1"/>
                </a:solidFill>
              </a:defRPr>
            </a:lvl2pPr>
            <a:lvl3pPr>
              <a:buSzPct val="60000"/>
              <a:defRPr lang="fr-FR" noProof="0" dirty="0" smtClean="0">
                <a:solidFill>
                  <a:schemeClr val="tx1"/>
                </a:solidFill>
              </a:defRPr>
            </a:lvl3pPr>
            <a:lvl4pPr>
              <a:defRPr lang="en-US" noProof="0" dirty="0">
                <a:solidFill>
                  <a:schemeClr val="tx1"/>
                </a:solidFill>
              </a:defRPr>
            </a:lvl4pPr>
          </a:lstStyle>
          <a:p>
            <a:pPr lvl="0"/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Segoe UI" panose="020B0502040204020203" pitchFamily="34" charset="0"/>
              </a:rPr>
              <a:t>Click to edit Master title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Segoe UI" panose="020B0502040204020203" pitchFamily="34" charset="0"/>
              </a:rPr>
              <a:t>styl</a:t>
            </a: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Segoe UI" panose="020B0502040204020203" pitchFamily="34" charset="0"/>
              </a:rPr>
              <a:t>e</a:t>
            </a:r>
          </a:p>
          <a:p>
            <a:pPr lvl="1"/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Calibri" panose="020F0502020204030204" pitchFamily="34" charset="0"/>
              </a:rPr>
              <a:t>Second </a:t>
            </a:r>
            <a:r>
              <a:rPr kumimoji="0" lang="fr-F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Calibri" panose="020F0502020204030204" pitchFamily="34" charset="0"/>
              </a:rPr>
              <a:t>level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Calibri" panose="020F0502020204030204" pitchFamily="34" charset="0"/>
            </a:endParaRPr>
          </a:p>
          <a:p>
            <a:pPr lvl="2"/>
            <a:r>
              <a:rPr kumimoji="0" lang="fr-F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Calibri" panose="020F0502020204030204" pitchFamily="34" charset="0"/>
              </a:rPr>
              <a:t>Third</a:t>
            </a: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Calibri" panose="020F0502020204030204" pitchFamily="34" charset="0"/>
              </a:rPr>
              <a:t> </a:t>
            </a:r>
            <a:r>
              <a:rPr kumimoji="0" lang="fr-F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Calibri" panose="020F0502020204030204" pitchFamily="34" charset="0"/>
              </a:rPr>
              <a:t>level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Calibri" panose="020F0502020204030204" pitchFamily="34" charset="0"/>
            </a:endParaRPr>
          </a:p>
          <a:p>
            <a:pPr lvl="3">
              <a:lnSpc>
                <a:spcPct val="130000"/>
              </a:lnSpc>
            </a:pPr>
            <a:r>
              <a:rPr kumimoji="0" lang="fr-F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Calibri" panose="020F0502020204030204" pitchFamily="34" charset="0"/>
              </a:rPr>
              <a:t>Fourth</a:t>
            </a: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Calibri" panose="020F0502020204030204" pitchFamily="34" charset="0"/>
              </a:rPr>
              <a:t> </a:t>
            </a:r>
            <a:r>
              <a:rPr kumimoji="0" lang="fr-F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Calibri" panose="020F0502020204030204" pitchFamily="34" charset="0"/>
              </a:rPr>
              <a:t>level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Calibri" panose="020F0502020204030204" pitchFamily="34" charset="0"/>
            </a:endParaRPr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001DBB0E-39EE-41B6-B341-E9B509DE231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3888" y="917325"/>
            <a:ext cx="10863262" cy="307467"/>
          </a:xfrm>
          <a:prstGeom prst="rect">
            <a:avLst/>
          </a:prstGeom>
        </p:spPr>
        <p:txBody>
          <a:bodyPr anchor="t"/>
          <a:lstStyle>
            <a:lvl1pPr>
              <a:buFontTx/>
              <a:buNone/>
              <a:defRPr sz="14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buFontTx/>
              <a:buNone/>
              <a:defRPr/>
            </a:lvl2pPr>
            <a:lvl3pPr marL="180972" indent="0">
              <a:buFontTx/>
              <a:buNone/>
              <a:defRPr/>
            </a:lvl3pPr>
            <a:lvl4pPr marL="374640" indent="0">
              <a:buFontTx/>
              <a:buNone/>
              <a:defRPr/>
            </a:lvl4pPr>
            <a:lvl5pPr marL="647684" indent="0">
              <a:buFontTx/>
              <a:buNone/>
              <a:defRPr/>
            </a:lvl5pPr>
          </a:lstStyle>
          <a:p>
            <a:pPr lvl="0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</p:txBody>
      </p:sp>
      <p:pic>
        <p:nvPicPr>
          <p:cNvPr id="20" name="Image 10">
            <a:extLst>
              <a:ext uri="{FF2B5EF4-FFF2-40B4-BE49-F238E27FC236}">
                <a16:creationId xmlns:a16="http://schemas.microsoft.com/office/drawing/2014/main" id="{F357BF8C-457A-4EA8-A1A9-4F132C632F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20" y="1468131"/>
            <a:ext cx="3304880" cy="4633312"/>
          </a:xfrm>
          <a:prstGeom prst="rect">
            <a:avLst/>
          </a:prstGeom>
        </p:spPr>
      </p:pic>
      <p:sp>
        <p:nvSpPr>
          <p:cNvPr id="21" name="Espace réservé pour une image  2">
            <a:extLst>
              <a:ext uri="{FF2B5EF4-FFF2-40B4-BE49-F238E27FC236}">
                <a16:creationId xmlns:a16="http://schemas.microsoft.com/office/drawing/2014/main" id="{99685A86-1D3B-41FD-B36F-85CC9192D91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283450" y="1928814"/>
            <a:ext cx="2774156" cy="370522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3" name="Рисунок 2" descr="Изображение выглядит как Шрифт, Графика, логотип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D82CF8E3-DFC4-00A4-F46D-BE337A78C7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71820" y="6260122"/>
            <a:ext cx="1405061" cy="48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5518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phone 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8B85569-B1A0-40C6-899D-1FC3C7FC5EBC}"/>
              </a:ext>
            </a:extLst>
          </p:cNvPr>
          <p:cNvSpPr/>
          <p:nvPr userDrawn="1"/>
        </p:nvSpPr>
        <p:spPr>
          <a:xfrm>
            <a:off x="8667750" y="0"/>
            <a:ext cx="352425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fr-FR" sz="1800"/>
          </a:p>
        </p:txBody>
      </p:sp>
      <p:sp>
        <p:nvSpPr>
          <p:cNvPr id="9" name="Title Placeholder 2">
            <a:extLst>
              <a:ext uri="{FF2B5EF4-FFF2-40B4-BE49-F238E27FC236}">
                <a16:creationId xmlns:a16="http://schemas.microsoft.com/office/drawing/2014/main" id="{00C49E21-E183-46F5-861C-0B325E19E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517101"/>
            <a:ext cx="10944225" cy="36933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Espace réservé du texte 2">
            <a:extLst>
              <a:ext uri="{FF2B5EF4-FFF2-40B4-BE49-F238E27FC236}">
                <a16:creationId xmlns:a16="http://schemas.microsoft.com/office/drawing/2014/main" id="{65CA6B81-4DD4-4D81-91C7-76E9370AF57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3888" y="917325"/>
            <a:ext cx="10863262" cy="307467"/>
          </a:xfrm>
          <a:prstGeom prst="rect">
            <a:avLst/>
          </a:prstGeom>
        </p:spPr>
        <p:txBody>
          <a:bodyPr anchor="t"/>
          <a:lstStyle>
            <a:lvl1pPr>
              <a:buFontTx/>
              <a:buNone/>
              <a:defRPr sz="14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buFontTx/>
              <a:buNone/>
              <a:defRPr/>
            </a:lvl2pPr>
            <a:lvl3pPr marL="180972" indent="0">
              <a:buFontTx/>
              <a:buNone/>
              <a:defRPr/>
            </a:lvl3pPr>
            <a:lvl4pPr marL="374640" indent="0">
              <a:buFontTx/>
              <a:buNone/>
              <a:defRPr/>
            </a:lvl4pPr>
            <a:lvl5pPr marL="647684" indent="0">
              <a:buFontTx/>
              <a:buNone/>
              <a:defRPr/>
            </a:lvl5pPr>
          </a:lstStyle>
          <a:p>
            <a:pPr lvl="0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</p:txBody>
      </p:sp>
      <p:pic>
        <p:nvPicPr>
          <p:cNvPr id="31" name="Image 9">
            <a:extLst>
              <a:ext uri="{FF2B5EF4-FFF2-40B4-BE49-F238E27FC236}">
                <a16:creationId xmlns:a16="http://schemas.microsoft.com/office/drawing/2014/main" id="{4B7A52C0-350D-45D2-8DA6-237153D563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5463" y="1560206"/>
            <a:ext cx="2434394" cy="4459594"/>
          </a:xfrm>
          <a:prstGeom prst="rect">
            <a:avLst/>
          </a:prstGeom>
        </p:spPr>
      </p:pic>
      <p:sp>
        <p:nvSpPr>
          <p:cNvPr id="32" name="Espace réservé pour une image  2">
            <a:extLst>
              <a:ext uri="{FF2B5EF4-FFF2-40B4-BE49-F238E27FC236}">
                <a16:creationId xmlns:a16="http://schemas.microsoft.com/office/drawing/2014/main" id="{2AD37720-83A9-48DD-9A80-31E2F971221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739063" y="2147887"/>
            <a:ext cx="1862930" cy="32908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Espace réservé du texte 5">
            <a:extLst>
              <a:ext uri="{FF2B5EF4-FFF2-40B4-BE49-F238E27FC236}">
                <a16:creationId xmlns:a16="http://schemas.microsoft.com/office/drawing/2014/main" id="{03C65A44-B5D9-4B61-8951-86F1E2CAD3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889" y="1641475"/>
            <a:ext cx="4574855" cy="42156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fr-FR" noProof="0" dirty="0">
                <a:solidFill>
                  <a:schemeClr val="tx1"/>
                </a:solidFill>
              </a:defRPr>
            </a:lvl1pPr>
            <a:lvl2pPr>
              <a:defRPr lang="fr-FR" noProof="0" dirty="0">
                <a:solidFill>
                  <a:schemeClr val="tx1"/>
                </a:solidFill>
              </a:defRPr>
            </a:lvl2pPr>
            <a:lvl3pPr>
              <a:buSzPct val="60000"/>
              <a:defRPr lang="fr-FR" noProof="0" dirty="0" smtClean="0">
                <a:solidFill>
                  <a:schemeClr val="tx1"/>
                </a:solidFill>
              </a:defRPr>
            </a:lvl3pPr>
            <a:lvl4pPr>
              <a:defRPr lang="en-US" noProof="0" dirty="0">
                <a:solidFill>
                  <a:schemeClr val="tx1"/>
                </a:solidFill>
              </a:defRPr>
            </a:lvl4pPr>
          </a:lstStyle>
          <a:p>
            <a:pPr lvl="0"/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Segoe UI" panose="020B0502040204020203" pitchFamily="34" charset="0"/>
              </a:rPr>
              <a:t>Click to edit Master title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Segoe UI" panose="020B0502040204020203" pitchFamily="34" charset="0"/>
              </a:rPr>
              <a:t>styl</a:t>
            </a: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Segoe UI" panose="020B0502040204020203" pitchFamily="34" charset="0"/>
              </a:rPr>
              <a:t>e</a:t>
            </a:r>
          </a:p>
          <a:p>
            <a:pPr lvl="1"/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Calibri" panose="020F0502020204030204" pitchFamily="34" charset="0"/>
              </a:rPr>
              <a:t>Second </a:t>
            </a:r>
            <a:r>
              <a:rPr kumimoji="0" lang="fr-F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Calibri" panose="020F0502020204030204" pitchFamily="34" charset="0"/>
              </a:rPr>
              <a:t>level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Calibri" panose="020F0502020204030204" pitchFamily="34" charset="0"/>
            </a:endParaRPr>
          </a:p>
          <a:p>
            <a:pPr lvl="2"/>
            <a:r>
              <a:rPr kumimoji="0" lang="fr-F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Calibri" panose="020F0502020204030204" pitchFamily="34" charset="0"/>
              </a:rPr>
              <a:t>Third</a:t>
            </a: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Calibri" panose="020F0502020204030204" pitchFamily="34" charset="0"/>
              </a:rPr>
              <a:t> </a:t>
            </a:r>
            <a:r>
              <a:rPr kumimoji="0" lang="fr-F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Calibri" panose="020F0502020204030204" pitchFamily="34" charset="0"/>
              </a:rPr>
              <a:t>level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Calibri" panose="020F0502020204030204" pitchFamily="34" charset="0"/>
            </a:endParaRPr>
          </a:p>
          <a:p>
            <a:pPr lvl="3">
              <a:lnSpc>
                <a:spcPct val="130000"/>
              </a:lnSpc>
            </a:pPr>
            <a:r>
              <a:rPr kumimoji="0" lang="fr-F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Calibri" panose="020F0502020204030204" pitchFamily="34" charset="0"/>
              </a:rPr>
              <a:t>Fourth</a:t>
            </a: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Calibri" panose="020F0502020204030204" pitchFamily="34" charset="0"/>
              </a:rPr>
              <a:t> </a:t>
            </a:r>
            <a:r>
              <a:rPr kumimoji="0" lang="fr-F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Calibri" panose="020F0502020204030204" pitchFamily="34" charset="0"/>
              </a:rPr>
              <a:t>level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3" name="Рисунок 2" descr="Изображение выглядит как Шрифт, Графика, логотип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8B449D9F-42C1-EC26-D067-DA58F69DE0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71820" y="6260122"/>
            <a:ext cx="1405061" cy="48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4313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  <p15:guide id="2" orient="horz" pos="3929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pour une image  2">
            <a:extLst>
              <a:ext uri="{FF2B5EF4-FFF2-40B4-BE49-F238E27FC236}">
                <a16:creationId xmlns:a16="http://schemas.microsoft.com/office/drawing/2014/main" id="{A829859B-BEDB-4EE6-8FBB-7FAA00ACD28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06532" y="1628775"/>
            <a:ext cx="5261580" cy="44862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B895159-EF8E-483A-B23D-9F4D082BD5C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3888" y="1628775"/>
            <a:ext cx="5261580" cy="44862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Title Placeholder 2">
            <a:extLst>
              <a:ext uri="{FF2B5EF4-FFF2-40B4-BE49-F238E27FC236}">
                <a16:creationId xmlns:a16="http://schemas.microsoft.com/office/drawing/2014/main" id="{00C49E21-E183-46F5-861C-0B325E19EA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8" y="517101"/>
            <a:ext cx="10944225" cy="369334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Espace réservé du texte 2">
            <a:extLst>
              <a:ext uri="{FF2B5EF4-FFF2-40B4-BE49-F238E27FC236}">
                <a16:creationId xmlns:a16="http://schemas.microsoft.com/office/drawing/2014/main" id="{82CFEC60-8A31-480A-B4C9-65A5C05FE13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3887" y="917325"/>
            <a:ext cx="10944225" cy="307467"/>
          </a:xfrm>
          <a:prstGeom prst="rect">
            <a:avLst/>
          </a:prstGeom>
        </p:spPr>
        <p:txBody>
          <a:bodyPr anchor="t"/>
          <a:lstStyle>
            <a:lvl1pPr>
              <a:buFontTx/>
              <a:buNone/>
              <a:defRPr sz="14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buFontTx/>
              <a:buNone/>
              <a:defRPr/>
            </a:lvl2pPr>
            <a:lvl3pPr marL="180972" indent="0">
              <a:buFontTx/>
              <a:buNone/>
              <a:defRPr/>
            </a:lvl3pPr>
            <a:lvl4pPr marL="374640" indent="0">
              <a:buFontTx/>
              <a:buNone/>
              <a:defRPr/>
            </a:lvl4pPr>
            <a:lvl5pPr marL="647684" indent="0">
              <a:buFontTx/>
              <a:buNone/>
              <a:defRPr/>
            </a:lvl5pPr>
          </a:lstStyle>
          <a:p>
            <a:pPr lvl="0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38706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pour une image  2">
            <a:extLst>
              <a:ext uri="{FF2B5EF4-FFF2-40B4-BE49-F238E27FC236}">
                <a16:creationId xmlns:a16="http://schemas.microsoft.com/office/drawing/2014/main" id="{A829859B-BEDB-4EE6-8FBB-7FAA00ACD28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400035" y="1628775"/>
            <a:ext cx="3391931" cy="44862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B895159-EF8E-483A-B23D-9F4D082BD5C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3888" y="1628775"/>
            <a:ext cx="3391931" cy="44862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Title Placeholder 2">
            <a:extLst>
              <a:ext uri="{FF2B5EF4-FFF2-40B4-BE49-F238E27FC236}">
                <a16:creationId xmlns:a16="http://schemas.microsoft.com/office/drawing/2014/main" id="{00C49E21-E183-46F5-861C-0B325E19EA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8" y="517101"/>
            <a:ext cx="10944225" cy="369334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7" name="Espace réservé pour une image  2">
            <a:extLst>
              <a:ext uri="{FF2B5EF4-FFF2-40B4-BE49-F238E27FC236}">
                <a16:creationId xmlns:a16="http://schemas.microsoft.com/office/drawing/2014/main" id="{6E638EAA-0D75-402D-A97B-CB436517B4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76182" y="1628775"/>
            <a:ext cx="3391931" cy="44862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Espace réservé du texte 2">
            <a:extLst>
              <a:ext uri="{FF2B5EF4-FFF2-40B4-BE49-F238E27FC236}">
                <a16:creationId xmlns:a16="http://schemas.microsoft.com/office/drawing/2014/main" id="{F8DF4B3B-9680-4753-BD83-79F5EDD0BAF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3887" y="917325"/>
            <a:ext cx="10944225" cy="307467"/>
          </a:xfrm>
          <a:prstGeom prst="rect">
            <a:avLst/>
          </a:prstGeom>
        </p:spPr>
        <p:txBody>
          <a:bodyPr anchor="t"/>
          <a:lstStyle>
            <a:lvl1pPr>
              <a:buFontTx/>
              <a:buNone/>
              <a:defRPr sz="14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buFontTx/>
              <a:buNone/>
              <a:defRPr/>
            </a:lvl2pPr>
            <a:lvl3pPr marL="180972" indent="0">
              <a:buFontTx/>
              <a:buNone/>
              <a:defRPr/>
            </a:lvl3pPr>
            <a:lvl4pPr marL="374640" indent="0">
              <a:buFontTx/>
              <a:buNone/>
              <a:defRPr/>
            </a:lvl4pPr>
            <a:lvl5pPr marL="647684" indent="0">
              <a:buFontTx/>
              <a:buNone/>
              <a:defRPr/>
            </a:lvl5pPr>
          </a:lstStyle>
          <a:p>
            <a:pPr lvl="0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59627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76282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 green - centered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43FEBC77-6737-4A17-9412-10BAA8B577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9" y="2387600"/>
            <a:ext cx="10944224" cy="2082800"/>
          </a:xfrm>
        </p:spPr>
        <p:txBody>
          <a:bodyPr anchor="ctr" anchorCtr="0"/>
          <a:lstStyle>
            <a:lvl1pPr algn="ctr">
              <a:lnSpc>
                <a:spcPts val="5400"/>
              </a:lnSpc>
              <a:spcAft>
                <a:spcPts val="0"/>
              </a:spcAft>
              <a:defRPr sz="4800"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Key message</a:t>
            </a:r>
          </a:p>
        </p:txBody>
      </p:sp>
      <p:pic>
        <p:nvPicPr>
          <p:cNvPr id="2" name="Рисунок 1" descr="Изображение выглядит как Шрифт, Графика, логотип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39AA96AE-3F8F-1198-3928-E0CB1AF0CF0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10271820" y="6260122"/>
            <a:ext cx="1405061" cy="48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7623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gradient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43FEBC77-6737-4A17-9412-10BAA8B577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9" y="2387600"/>
            <a:ext cx="10944224" cy="2082800"/>
          </a:xfrm>
        </p:spPr>
        <p:txBody>
          <a:bodyPr vert="horz" lIns="0" tIns="0" rIns="0" bIns="0" rtlCol="0" anchor="ctr" anchorCtr="0">
            <a:noAutofit/>
          </a:bodyPr>
          <a:lstStyle>
            <a:lvl1pPr algn="ctr">
              <a:lnSpc>
                <a:spcPts val="5400"/>
              </a:lnSpc>
              <a:defRPr lang="en-US" sz="4800" b="1" dirty="0" smtClean="0">
                <a:gradFill>
                  <a:gsLst>
                    <a:gs pos="0">
                      <a:schemeClr val="accent2"/>
                    </a:gs>
                    <a:gs pos="50000">
                      <a:srgbClr val="059E9A"/>
                    </a:gs>
                    <a:gs pos="100000">
                      <a:schemeClr val="accent1"/>
                    </a:gs>
                  </a:gsLst>
                  <a:lin ang="2700000" scaled="0"/>
                </a:gradFill>
                <a:latin typeface="+mn-lt"/>
                <a:cs typeface="+mn-cs"/>
              </a:defRPr>
            </a:lvl1pPr>
          </a:lstStyle>
          <a:p>
            <a:pPr lvl="0" defTabSz="457200">
              <a:lnSpc>
                <a:spcPct val="100000"/>
              </a:lnSpc>
              <a:spcAft>
                <a:spcPts val="0"/>
              </a:spcAft>
              <a:buFontTx/>
            </a:pPr>
            <a:r>
              <a:rPr lang="en-US" dirty="0"/>
              <a:t>Key message</a:t>
            </a:r>
          </a:p>
        </p:txBody>
      </p:sp>
      <p:pic>
        <p:nvPicPr>
          <p:cNvPr id="3" name="Рисунок 2" descr="Изображение выглядит как Шрифт, Графика, логотип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87FA6960-2E01-229B-5285-208FEE2CFD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71820" y="6260122"/>
            <a:ext cx="1405061" cy="48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10645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V_Templale_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Текст 30"/>
          <p:cNvSpPr>
            <a:spLocks noGrp="1"/>
          </p:cNvSpPr>
          <p:nvPr>
            <p:ph type="body" sz="quarter" idx="18" hasCustomPrompt="1"/>
          </p:nvPr>
        </p:nvSpPr>
        <p:spPr>
          <a:xfrm>
            <a:off x="4764088" y="3055938"/>
            <a:ext cx="6818312" cy="3197225"/>
          </a:xfrm>
        </p:spPr>
        <p:txBody>
          <a:bodyPr/>
          <a:lstStyle>
            <a:lvl1pPr>
              <a:spcAft>
                <a:spcPts val="200"/>
              </a:spcAft>
              <a:defRPr sz="800" baseline="0">
                <a:latin typeface="+mn-lt"/>
              </a:defRPr>
            </a:lvl1pPr>
            <a:lvl2pPr>
              <a:spcAft>
                <a:spcPts val="200"/>
              </a:spcAft>
              <a:defRPr sz="800">
                <a:latin typeface="+mn-lt"/>
              </a:defRPr>
            </a:lvl2pPr>
            <a:lvl3pPr>
              <a:spcAft>
                <a:spcPts val="200"/>
              </a:spcAft>
              <a:buClr>
                <a:schemeClr val="tx2"/>
              </a:buClr>
              <a:defRPr sz="800">
                <a:latin typeface="+mn-lt"/>
              </a:defRPr>
            </a:lvl3pPr>
            <a:lvl4pPr>
              <a:spcAft>
                <a:spcPts val="200"/>
              </a:spcAft>
              <a:buClr>
                <a:schemeClr val="tx2"/>
              </a:buClr>
              <a:buSzPct val="100000"/>
              <a:defRPr sz="800">
                <a:latin typeface="+mn-lt"/>
              </a:defRPr>
            </a:lvl4pPr>
            <a:lvl5pPr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Project experience in the following format: Client name. Project name. Project role and/or project functions bringing value to client</a:t>
            </a:r>
          </a:p>
          <a:p>
            <a:pPr lvl="1"/>
            <a:r>
              <a:rPr lang="en-US" dirty="0"/>
              <a:t>Second level</a:t>
            </a:r>
            <a:endParaRPr lang="ru-RU" dirty="0"/>
          </a:p>
          <a:p>
            <a:pPr lvl="2"/>
            <a:r>
              <a:rPr lang="en-US" dirty="0"/>
              <a:t>Third level</a:t>
            </a:r>
            <a:endParaRPr lang="ru-RU" dirty="0"/>
          </a:p>
          <a:p>
            <a:pPr lvl="3"/>
            <a:r>
              <a:rPr lang="en-US" dirty="0"/>
              <a:t>Fourth level</a:t>
            </a:r>
            <a:endParaRPr lang="ru-RU" dirty="0"/>
          </a:p>
        </p:txBody>
      </p:sp>
      <p:sp>
        <p:nvSpPr>
          <p:cNvPr id="29" name="Текст 28"/>
          <p:cNvSpPr>
            <a:spLocks noGrp="1"/>
          </p:cNvSpPr>
          <p:nvPr>
            <p:ph type="body" sz="quarter" idx="17" hasCustomPrompt="1"/>
          </p:nvPr>
        </p:nvSpPr>
        <p:spPr>
          <a:xfrm>
            <a:off x="4764088" y="1044575"/>
            <a:ext cx="6804025" cy="1368425"/>
          </a:xfrm>
        </p:spPr>
        <p:txBody>
          <a:bodyPr/>
          <a:lstStyle>
            <a:lvl1pPr>
              <a:spcAft>
                <a:spcPts val="200"/>
              </a:spcAft>
              <a:defRPr sz="800">
                <a:latin typeface="+mn-lt"/>
              </a:defRPr>
            </a:lvl1pPr>
            <a:lvl2pPr>
              <a:spcAft>
                <a:spcPts val="200"/>
              </a:spcAft>
              <a:defRPr sz="800">
                <a:latin typeface="+mn-lt"/>
              </a:defRPr>
            </a:lvl2pPr>
            <a:lvl3pPr>
              <a:spcAft>
                <a:spcPts val="200"/>
              </a:spcAft>
              <a:defRPr sz="800">
                <a:latin typeface="+mn-lt"/>
              </a:defRPr>
            </a:lvl3pPr>
            <a:lvl4pPr>
              <a:spcAft>
                <a:spcPts val="200"/>
              </a:spcAft>
              <a:defRPr sz="800">
                <a:latin typeface="+mn-lt"/>
              </a:defRPr>
            </a:lvl4pPr>
            <a:lvl5pPr>
              <a:spcAft>
                <a:spcPts val="200"/>
              </a:spcAft>
              <a:defRPr sz="800">
                <a:latin typeface="+mn-lt"/>
              </a:defRPr>
            </a:lvl5pPr>
          </a:lstStyle>
          <a:p>
            <a:r>
              <a:rPr lang="en-US" dirty="0"/>
              <a:t>Disclose the main specialization: indicate specific competencies, areas of business processes, tasks performed on projects.</a:t>
            </a:r>
          </a:p>
          <a:p>
            <a:pPr lvl="1"/>
            <a:r>
              <a:rPr lang="en-US" dirty="0"/>
              <a:t>Second level</a:t>
            </a:r>
            <a:endParaRPr lang="ru-RU" dirty="0"/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6" hasCustomPrompt="1"/>
          </p:nvPr>
        </p:nvSpPr>
        <p:spPr>
          <a:xfrm>
            <a:off x="623888" y="5133460"/>
            <a:ext cx="1879794" cy="1141650"/>
          </a:xfrm>
        </p:spPr>
        <p:txBody>
          <a:bodyPr/>
          <a:lstStyle>
            <a:lvl1pPr marL="171446" indent="-171446" algn="l" defTabSz="519488" rtl="0" eaLnBrk="1" latinLnBrk="0" hangingPunct="1">
              <a:lnSpc>
                <a:spcPct val="120000"/>
              </a:lnSpc>
              <a:spcAft>
                <a:spcPts val="300"/>
              </a:spcAft>
              <a:buClr>
                <a:schemeClr val="accent2"/>
              </a:buClr>
              <a:buSzPct val="70000"/>
              <a:buFont typeface="Arial" panose="020B0604020202020204" pitchFamily="34" charset="0"/>
              <a:buChar char="►"/>
              <a:defRPr lang="ru-RU" sz="800" kern="1200" dirty="0" smtClean="0">
                <a:solidFill>
                  <a:srgbClr val="000000"/>
                </a:solidFill>
                <a:latin typeface="Calibri"/>
                <a:ea typeface="新細明體" panose="02020500000000000000" pitchFamily="18" charset="-120"/>
                <a:cs typeface="Segoe UI" panose="020B0502040204020203" pitchFamily="34" charset="0"/>
              </a:defRPr>
            </a:lvl1pPr>
            <a:lvl2pPr marL="0" indent="0">
              <a:buNone/>
              <a:defRPr lang="ru-RU" sz="800" kern="1200" dirty="0" smtClean="0">
                <a:solidFill>
                  <a:srgbClr val="000000"/>
                </a:solidFill>
                <a:latin typeface="Calibri"/>
                <a:ea typeface="新細明體" panose="02020500000000000000" pitchFamily="18" charset="-120"/>
                <a:cs typeface="Segoe UI" panose="020B0502040204020203" pitchFamily="34" charset="0"/>
              </a:defRPr>
            </a:lvl2pPr>
            <a:lvl3pPr marL="180972" indent="0">
              <a:buNone/>
              <a:defRPr/>
            </a:lvl3pPr>
            <a:lvl4pPr marL="374640" indent="0">
              <a:buNone/>
              <a:defRPr/>
            </a:lvl4pPr>
            <a:lvl5pPr marL="647684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ru-RU" dirty="0"/>
          </a:p>
        </p:txBody>
      </p:sp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AB8B3202-7FDD-4BFB-A1D6-B9EB95658B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3563" y="658813"/>
            <a:ext cx="1036637" cy="1446212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Espace réservé pour une image  9">
            <a:extLst>
              <a:ext uri="{FF2B5EF4-FFF2-40B4-BE49-F238E27FC236}">
                <a16:creationId xmlns:a16="http://schemas.microsoft.com/office/drawing/2014/main" id="{7B660C6C-94BB-4C4F-8BD7-78DC86A9A04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3888" y="712788"/>
            <a:ext cx="1096962" cy="1506537"/>
          </a:xfrm>
          <a:prstGeom prst="rect">
            <a:avLst/>
          </a:prstGeom>
          <a:effectLst>
            <a:outerShdw blurRad="127000" dist="292100" dir="5400000" sx="82000" sy="82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Photo</a:t>
            </a:r>
          </a:p>
        </p:txBody>
      </p:sp>
      <p:sp>
        <p:nvSpPr>
          <p:cNvPr id="8" name="TextBox 12">
            <a:extLst>
              <a:ext uri="{FF2B5EF4-FFF2-40B4-BE49-F238E27FC236}">
                <a16:creationId xmlns:a16="http://schemas.microsoft.com/office/drawing/2014/main" id="{1BB5B275-4379-44DD-BB18-6733CC451D2F}"/>
              </a:ext>
            </a:extLst>
          </p:cNvPr>
          <p:cNvSpPr txBox="1"/>
          <p:nvPr userDrawn="1"/>
        </p:nvSpPr>
        <p:spPr>
          <a:xfrm>
            <a:off x="623889" y="2600248"/>
            <a:ext cx="2566987" cy="362462"/>
          </a:xfrm>
          <a:prstGeom prst="rect">
            <a:avLst/>
          </a:prstGeom>
          <a:noFill/>
        </p:spPr>
        <p:txBody>
          <a:bodyPr wrap="square" lIns="0" tIns="0" rIns="0" bIns="72000" rtlCol="0" anchor="t">
            <a:spAutoFit/>
          </a:bodyPr>
          <a:lstStyle>
            <a:defPPr>
              <a:defRPr lang="fr-FR"/>
            </a:defPPr>
            <a:lvl1pPr>
              <a:lnSpc>
                <a:spcPct val="125000"/>
              </a:lnSpc>
              <a:defRPr sz="12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1400" b="1" kern="1200" dirty="0">
                <a:solidFill>
                  <a:schemeClr val="accent2"/>
                </a:solidFill>
                <a:latin typeface="+mn-lt"/>
                <a:ea typeface="+mn-ea"/>
                <a:cs typeface="Segoe UI" panose="020B0502040204020203" pitchFamily="34" charset="0"/>
              </a:rPr>
              <a:t>Education/Certificates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332235-0DD3-47B6-9400-9D23E6CDB5A5}"/>
              </a:ext>
            </a:extLst>
          </p:cNvPr>
          <p:cNvSpPr txBox="1"/>
          <p:nvPr userDrawn="1"/>
        </p:nvSpPr>
        <p:spPr>
          <a:xfrm>
            <a:off x="629466" y="4683807"/>
            <a:ext cx="1874215" cy="362462"/>
          </a:xfrm>
          <a:prstGeom prst="rect">
            <a:avLst/>
          </a:prstGeom>
          <a:noFill/>
        </p:spPr>
        <p:txBody>
          <a:bodyPr wrap="square" lIns="0" tIns="0" rIns="0" bIns="72000" rtlCol="0" anchor="t">
            <a:spAutoFit/>
          </a:bodyPr>
          <a:lstStyle>
            <a:defPPr>
              <a:defRPr lang="fr-FR"/>
            </a:defPPr>
            <a:lvl1pPr>
              <a:lnSpc>
                <a:spcPct val="125000"/>
              </a:lnSpc>
              <a:defRPr sz="12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1400" b="1" kern="1200" dirty="0">
                <a:solidFill>
                  <a:schemeClr val="accent2"/>
                </a:solidFill>
                <a:latin typeface="+mn-lt"/>
                <a:ea typeface="+mn-ea"/>
                <a:cs typeface="Segoe UI" panose="020B0502040204020203" pitchFamily="34" charset="0"/>
              </a:rPr>
              <a:t>Industries</a:t>
            </a:r>
          </a:p>
        </p:txBody>
      </p:sp>
      <p:sp>
        <p:nvSpPr>
          <p:cNvPr id="10" name="Текст 21"/>
          <p:cNvSpPr>
            <a:spLocks noGrp="1"/>
          </p:cNvSpPr>
          <p:nvPr>
            <p:ph type="body" sz="quarter" idx="12" hasCustomPrompt="1"/>
          </p:nvPr>
        </p:nvSpPr>
        <p:spPr>
          <a:xfrm>
            <a:off x="2016126" y="719684"/>
            <a:ext cx="2145924" cy="294183"/>
          </a:xfrm>
        </p:spPr>
        <p:txBody>
          <a:bodyPr anchor="ctr" anchorCtr="0">
            <a:spAutoFit/>
          </a:bodyPr>
          <a:lstStyle>
            <a:lvl1pPr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First Name</a:t>
            </a:r>
            <a:r>
              <a:rPr lang="ru-RU" dirty="0"/>
              <a:t>,</a:t>
            </a:r>
            <a:r>
              <a:rPr lang="en-US" dirty="0"/>
              <a:t> Last Name</a:t>
            </a:r>
            <a:endParaRPr lang="ru-RU" dirty="0"/>
          </a:p>
        </p:txBody>
      </p:sp>
      <p:sp>
        <p:nvSpPr>
          <p:cNvPr id="11" name="Текст 21"/>
          <p:cNvSpPr>
            <a:spLocks noGrp="1"/>
          </p:cNvSpPr>
          <p:nvPr>
            <p:ph type="body" sz="quarter" idx="13" hasCustomPrompt="1"/>
          </p:nvPr>
        </p:nvSpPr>
        <p:spPr>
          <a:xfrm>
            <a:off x="2014621" y="1107867"/>
            <a:ext cx="2145924" cy="413115"/>
          </a:xfrm>
        </p:spPr>
        <p:txBody>
          <a:bodyPr anchor="ctr" anchorCtr="0"/>
          <a:lstStyle>
            <a:lvl1pPr marL="0" marR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prstClr val="white"/>
              </a:buClr>
              <a:buSzPct val="25000"/>
              <a:buFont typeface="Verdana" pitchFamily="34" charset="0"/>
              <a:buNone/>
              <a:tabLst/>
              <a:defRPr sz="1400" b="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 dirty="0"/>
              <a:t>Project role and/or Position</a:t>
            </a:r>
          </a:p>
        </p:txBody>
      </p:sp>
      <p:sp>
        <p:nvSpPr>
          <p:cNvPr id="12" name="Текст 6"/>
          <p:cNvSpPr>
            <a:spLocks noGrp="1"/>
          </p:cNvSpPr>
          <p:nvPr>
            <p:ph type="body" sz="quarter" idx="14" hasCustomPrompt="1"/>
          </p:nvPr>
        </p:nvSpPr>
        <p:spPr>
          <a:xfrm>
            <a:off x="623888" y="3055938"/>
            <a:ext cx="1549400" cy="1320800"/>
          </a:xfrm>
        </p:spPr>
        <p:txBody>
          <a:bodyPr/>
          <a:lstStyle>
            <a:lvl1pPr marL="171446" indent="-171446" algn="l" defTabSz="519488" rtl="0" eaLnBrk="1" latinLnBrk="0" hangingPunct="1">
              <a:lnSpc>
                <a:spcPct val="120000"/>
              </a:lnSpc>
              <a:spcAft>
                <a:spcPts val="300"/>
              </a:spcAft>
              <a:buClr>
                <a:schemeClr val="accent2"/>
              </a:buClr>
              <a:buSzPct val="70000"/>
              <a:buFont typeface="Arial" panose="020B0604020202020204" pitchFamily="34" charset="0"/>
              <a:buChar char="►"/>
              <a:defRPr lang="ru-RU" sz="800" kern="1200" dirty="0" smtClean="0">
                <a:solidFill>
                  <a:srgbClr val="000000"/>
                </a:solidFill>
                <a:latin typeface="Calibri"/>
                <a:ea typeface="新細明體" panose="02020500000000000000" pitchFamily="18" charset="-120"/>
                <a:cs typeface="Segoe UI" panose="020B0502040204020203" pitchFamily="34" charset="0"/>
              </a:defRPr>
            </a:lvl1pPr>
            <a:lvl2pPr marL="0" indent="0">
              <a:buNone/>
              <a:defRPr lang="ru-RU" sz="800" kern="1200" dirty="0" smtClean="0">
                <a:solidFill>
                  <a:srgbClr val="000000"/>
                </a:solidFill>
                <a:latin typeface="Calibri"/>
                <a:ea typeface="新細明體" panose="02020500000000000000" pitchFamily="18" charset="-120"/>
                <a:cs typeface="Segoe UI" panose="020B0502040204020203" pitchFamily="34" charset="0"/>
              </a:defRPr>
            </a:lvl2pPr>
            <a:lvl3pPr marL="180972" indent="0">
              <a:buNone/>
              <a:defRPr lang="en-US" sz="800" b="0" kern="1200" noProof="0" dirty="0" smtClean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3pPr>
            <a:lvl4pPr marL="374640" indent="0">
              <a:buNone/>
              <a:defRPr/>
            </a:lvl4pPr>
            <a:lvl5pPr marL="647684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marL="361942" marR="0" lvl="2" indent="-180970" algn="l" defTabSz="514338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Clr>
                <a:schemeClr val="bg2"/>
              </a:buClr>
              <a:buSzPct val="50000"/>
              <a:buFont typeface="Montserrat" panose="020B0604020202020204" charset="0"/>
              <a:buChar char="►"/>
              <a:tabLst/>
              <a:defRPr/>
            </a:pPr>
            <a:r>
              <a:rPr lang="en-US" dirty="0"/>
              <a:t>Second level</a:t>
            </a:r>
          </a:p>
          <a:p>
            <a:pPr lvl="1"/>
            <a:endParaRPr lang="ru-RU" dirty="0"/>
          </a:p>
        </p:txBody>
      </p:sp>
      <p:sp>
        <p:nvSpPr>
          <p:cNvPr id="13" name="Текст 6"/>
          <p:cNvSpPr>
            <a:spLocks noGrp="1"/>
          </p:cNvSpPr>
          <p:nvPr>
            <p:ph type="body" sz="quarter" idx="15" hasCustomPrompt="1"/>
          </p:nvPr>
        </p:nvSpPr>
        <p:spPr>
          <a:xfrm>
            <a:off x="2393423" y="3055938"/>
            <a:ext cx="1549400" cy="1320800"/>
          </a:xfrm>
        </p:spPr>
        <p:txBody>
          <a:bodyPr/>
          <a:lstStyle>
            <a:lvl1pPr marL="171446" indent="-171446" algn="l" defTabSz="519488" rtl="0" eaLnBrk="1" latinLnBrk="0" hangingPunct="1">
              <a:lnSpc>
                <a:spcPct val="120000"/>
              </a:lnSpc>
              <a:spcAft>
                <a:spcPts val="300"/>
              </a:spcAft>
              <a:buClr>
                <a:schemeClr val="accent2"/>
              </a:buClr>
              <a:buSzPct val="70000"/>
              <a:buFont typeface="Arial" panose="020B0604020202020204" pitchFamily="34" charset="0"/>
              <a:buChar char="►"/>
              <a:defRPr lang="ru-RU" sz="800" kern="1200" dirty="0" smtClean="0">
                <a:solidFill>
                  <a:srgbClr val="000000"/>
                </a:solidFill>
                <a:latin typeface="Calibri"/>
                <a:ea typeface="新細明體" panose="02020500000000000000" pitchFamily="18" charset="-120"/>
                <a:cs typeface="Segoe UI" panose="020B0502040204020203" pitchFamily="34" charset="0"/>
              </a:defRPr>
            </a:lvl1pPr>
            <a:lvl2pPr marL="0" indent="0">
              <a:buNone/>
              <a:defRPr lang="ru-RU" sz="800" kern="1200" dirty="0" smtClean="0">
                <a:solidFill>
                  <a:srgbClr val="000000"/>
                </a:solidFill>
                <a:latin typeface="Calibri"/>
                <a:ea typeface="新細明體" panose="02020500000000000000" pitchFamily="18" charset="-120"/>
                <a:cs typeface="Segoe UI" panose="020B0502040204020203" pitchFamily="34" charset="0"/>
              </a:defRPr>
            </a:lvl2pPr>
            <a:lvl3pPr marL="180972" indent="0">
              <a:buNone/>
              <a:defRPr/>
            </a:lvl3pPr>
            <a:lvl4pPr marL="374640" indent="0">
              <a:buNone/>
              <a:defRPr/>
            </a:lvl4pPr>
            <a:lvl5pPr marL="647684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ru-RU" dirty="0"/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4DFACD73-43E1-475C-9ACA-07FFF9722A5B}"/>
              </a:ext>
            </a:extLst>
          </p:cNvPr>
          <p:cNvSpPr txBox="1"/>
          <p:nvPr userDrawn="1"/>
        </p:nvSpPr>
        <p:spPr>
          <a:xfrm>
            <a:off x="4764058" y="672495"/>
            <a:ext cx="2566987" cy="22512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400" b="1" kern="1200" dirty="0">
                <a:solidFill>
                  <a:schemeClr val="accent1"/>
                </a:solidFill>
                <a:latin typeface="+mn-lt"/>
                <a:ea typeface="+mn-ea"/>
                <a:cs typeface="Segoe UI Semibold" panose="020B0702040204020203" pitchFamily="34" charset="0"/>
              </a:rPr>
              <a:t>Professional</a:t>
            </a:r>
            <a:r>
              <a:rPr lang="en-US" sz="1400" b="1" kern="1200" baseline="0" dirty="0">
                <a:solidFill>
                  <a:schemeClr val="accent1"/>
                </a:solidFill>
                <a:latin typeface="+mn-lt"/>
                <a:ea typeface="+mn-ea"/>
                <a:cs typeface="Segoe UI Semibold" panose="020B0702040204020203" pitchFamily="34" charset="0"/>
              </a:rPr>
              <a:t> Focus</a:t>
            </a:r>
            <a:endParaRPr lang="fr-FR" sz="1400" b="1" kern="1200" dirty="0">
              <a:solidFill>
                <a:schemeClr val="accent1"/>
              </a:solidFill>
              <a:latin typeface="+mn-lt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20" name="TextBox 11">
            <a:extLst>
              <a:ext uri="{FF2B5EF4-FFF2-40B4-BE49-F238E27FC236}">
                <a16:creationId xmlns:a16="http://schemas.microsoft.com/office/drawing/2014/main" id="{4DFACD73-43E1-475C-9ACA-07FFF9722A5B}"/>
              </a:ext>
            </a:extLst>
          </p:cNvPr>
          <p:cNvSpPr txBox="1"/>
          <p:nvPr userDrawn="1"/>
        </p:nvSpPr>
        <p:spPr>
          <a:xfrm>
            <a:off x="4764058" y="2679346"/>
            <a:ext cx="2566987" cy="225126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400" b="1" kern="1200" dirty="0">
                <a:solidFill>
                  <a:schemeClr val="accent1"/>
                </a:solidFill>
                <a:latin typeface="+mn-lt"/>
                <a:ea typeface="+mn-ea"/>
                <a:cs typeface="Segoe UI Semibold" panose="020B0702040204020203" pitchFamily="34" charset="0"/>
              </a:rPr>
              <a:t>Relevant Experience</a:t>
            </a:r>
          </a:p>
        </p:txBody>
      </p:sp>
    </p:spTree>
    <p:extLst>
      <p:ext uri="{BB962C8B-B14F-4D97-AF65-F5344CB8AC3E}">
        <p14:creationId xmlns:p14="http://schemas.microsoft.com/office/powerpoint/2010/main" val="41531266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V_Templale_R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Текст 30"/>
          <p:cNvSpPr>
            <a:spLocks noGrp="1"/>
          </p:cNvSpPr>
          <p:nvPr>
            <p:ph type="body" sz="quarter" idx="18" hasCustomPrompt="1"/>
          </p:nvPr>
        </p:nvSpPr>
        <p:spPr>
          <a:xfrm>
            <a:off x="4764088" y="3055938"/>
            <a:ext cx="6818312" cy="3197225"/>
          </a:xfrm>
        </p:spPr>
        <p:txBody>
          <a:bodyPr/>
          <a:lstStyle>
            <a:lvl1pPr>
              <a:spcAft>
                <a:spcPts val="200"/>
              </a:spcAft>
              <a:defRPr sz="800" baseline="0">
                <a:latin typeface="+mn-lt"/>
              </a:defRPr>
            </a:lvl1pPr>
            <a:lvl2pPr>
              <a:spcAft>
                <a:spcPts val="200"/>
              </a:spcAft>
              <a:defRPr sz="800">
                <a:latin typeface="+mn-lt"/>
              </a:defRPr>
            </a:lvl2pPr>
            <a:lvl3pPr>
              <a:spcAft>
                <a:spcPts val="200"/>
              </a:spcAft>
              <a:buClr>
                <a:schemeClr val="tx2"/>
              </a:buClr>
              <a:defRPr sz="800">
                <a:latin typeface="+mn-lt"/>
              </a:defRPr>
            </a:lvl3pPr>
            <a:lvl4pPr>
              <a:spcAft>
                <a:spcPts val="200"/>
              </a:spcAft>
              <a:buClr>
                <a:schemeClr val="tx2"/>
              </a:buClr>
              <a:buSzPct val="100000"/>
              <a:defRPr sz="800">
                <a:latin typeface="+mn-lt"/>
              </a:defRPr>
            </a:lvl4pPr>
            <a:lvl5pPr>
              <a:defRPr sz="800">
                <a:latin typeface="+mn-lt"/>
              </a:defRPr>
            </a:lvl5pPr>
          </a:lstStyle>
          <a:p>
            <a:pPr lvl="0"/>
            <a:r>
              <a:rPr lang="ru-RU" dirty="0"/>
              <a:t>Проектный опыт в формате «Клиент. Проект. Роль на проекте и/или функции, задачи, достижения, несущие ценность клиенту»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29" name="Текст 28"/>
          <p:cNvSpPr>
            <a:spLocks noGrp="1"/>
          </p:cNvSpPr>
          <p:nvPr>
            <p:ph type="body" sz="quarter" idx="17" hasCustomPrompt="1"/>
          </p:nvPr>
        </p:nvSpPr>
        <p:spPr>
          <a:xfrm>
            <a:off x="4764088" y="1044575"/>
            <a:ext cx="6804025" cy="1368425"/>
          </a:xfrm>
        </p:spPr>
        <p:txBody>
          <a:bodyPr/>
          <a:lstStyle>
            <a:lvl1pPr>
              <a:spcAft>
                <a:spcPts val="200"/>
              </a:spcAft>
              <a:defRPr sz="800">
                <a:latin typeface="+mn-lt"/>
              </a:defRPr>
            </a:lvl1pPr>
            <a:lvl2pPr>
              <a:spcAft>
                <a:spcPts val="200"/>
              </a:spcAft>
              <a:defRPr sz="800">
                <a:latin typeface="+mn-lt"/>
              </a:defRPr>
            </a:lvl2pPr>
            <a:lvl3pPr>
              <a:spcAft>
                <a:spcPts val="200"/>
              </a:spcAft>
              <a:defRPr sz="800">
                <a:latin typeface="+mn-lt"/>
              </a:defRPr>
            </a:lvl3pPr>
            <a:lvl4pPr>
              <a:spcAft>
                <a:spcPts val="200"/>
              </a:spcAft>
              <a:defRPr sz="800">
                <a:latin typeface="+mn-lt"/>
              </a:defRPr>
            </a:lvl4pPr>
            <a:lvl5pPr>
              <a:spcAft>
                <a:spcPts val="200"/>
              </a:spcAft>
              <a:defRPr sz="800">
                <a:latin typeface="+mn-lt"/>
              </a:defRPr>
            </a:lvl5pPr>
          </a:lstStyle>
          <a:p>
            <a:pPr lvl="0"/>
            <a:r>
              <a:rPr lang="ru-RU" dirty="0"/>
              <a:t>Раскрыть основную специализацию: указать конкретные компетенции, области бизнес-процессов, задачи, выполняемые на проектах.</a:t>
            </a:r>
          </a:p>
          <a:p>
            <a:pPr lvl="1"/>
            <a:r>
              <a:rPr lang="ru-RU" dirty="0"/>
              <a:t>Второй уровень</a:t>
            </a:r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6"/>
          </p:nvPr>
        </p:nvSpPr>
        <p:spPr>
          <a:xfrm>
            <a:off x="623888" y="5133460"/>
            <a:ext cx="1879794" cy="1141650"/>
          </a:xfrm>
        </p:spPr>
        <p:txBody>
          <a:bodyPr/>
          <a:lstStyle>
            <a:lvl1pPr marL="171446" indent="-171446" algn="l" defTabSz="519488" rtl="0" eaLnBrk="1" latinLnBrk="0" hangingPunct="1">
              <a:lnSpc>
                <a:spcPct val="120000"/>
              </a:lnSpc>
              <a:spcAft>
                <a:spcPts val="300"/>
              </a:spcAft>
              <a:buClr>
                <a:schemeClr val="accent2"/>
              </a:buClr>
              <a:buSzPct val="70000"/>
              <a:buFont typeface="Arial" panose="020B0604020202020204" pitchFamily="34" charset="0"/>
              <a:buChar char="►"/>
              <a:defRPr lang="ru-RU" sz="800" kern="1200" dirty="0" smtClean="0">
                <a:solidFill>
                  <a:srgbClr val="000000"/>
                </a:solidFill>
                <a:latin typeface="Calibri"/>
                <a:ea typeface="新細明體" panose="02020500000000000000" pitchFamily="18" charset="-120"/>
                <a:cs typeface="Segoe UI" panose="020B0502040204020203" pitchFamily="34" charset="0"/>
              </a:defRPr>
            </a:lvl1pPr>
            <a:lvl2pPr marL="0" indent="0">
              <a:buNone/>
              <a:defRPr lang="ru-RU" sz="800" kern="1200" dirty="0" smtClean="0">
                <a:solidFill>
                  <a:srgbClr val="000000"/>
                </a:solidFill>
                <a:latin typeface="Calibri"/>
                <a:ea typeface="新細明體" panose="02020500000000000000" pitchFamily="18" charset="-120"/>
                <a:cs typeface="Segoe UI" panose="020B0502040204020203" pitchFamily="34" charset="0"/>
              </a:defRPr>
            </a:lvl2pPr>
            <a:lvl3pPr marL="180972" indent="0">
              <a:buNone/>
              <a:defRPr/>
            </a:lvl3pPr>
            <a:lvl4pPr marL="374640" indent="0">
              <a:buNone/>
              <a:defRPr/>
            </a:lvl4pPr>
            <a:lvl5pPr marL="647684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endParaRPr lang="ru-RU" dirty="0"/>
          </a:p>
        </p:txBody>
      </p:sp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AB8B3202-7FDD-4BFB-A1D6-B9EB95658B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3563" y="658813"/>
            <a:ext cx="1036637" cy="1446212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Espace réservé pour une image  9">
            <a:extLst>
              <a:ext uri="{FF2B5EF4-FFF2-40B4-BE49-F238E27FC236}">
                <a16:creationId xmlns:a16="http://schemas.microsoft.com/office/drawing/2014/main" id="{7B660C6C-94BB-4C4F-8BD7-78DC86A9A0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3888" y="712788"/>
            <a:ext cx="1096962" cy="1506537"/>
          </a:xfrm>
          <a:prstGeom prst="rect">
            <a:avLst/>
          </a:prstGeom>
          <a:effectLst>
            <a:outerShdw blurRad="127000" dist="292100" dir="5400000" sx="82000" sy="82000" algn="t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8" name="TextBox 12">
            <a:extLst>
              <a:ext uri="{FF2B5EF4-FFF2-40B4-BE49-F238E27FC236}">
                <a16:creationId xmlns:a16="http://schemas.microsoft.com/office/drawing/2014/main" id="{1BB5B275-4379-44DD-BB18-6733CC451D2F}"/>
              </a:ext>
            </a:extLst>
          </p:cNvPr>
          <p:cNvSpPr txBox="1"/>
          <p:nvPr userDrawn="1"/>
        </p:nvSpPr>
        <p:spPr>
          <a:xfrm>
            <a:off x="623889" y="2600248"/>
            <a:ext cx="2566987" cy="395869"/>
          </a:xfrm>
          <a:prstGeom prst="rect">
            <a:avLst/>
          </a:prstGeom>
          <a:noFill/>
        </p:spPr>
        <p:txBody>
          <a:bodyPr wrap="square" lIns="0" tIns="0" rIns="0" bIns="72000" rtlCol="0" anchor="t">
            <a:spAutoFit/>
          </a:bodyPr>
          <a:lstStyle>
            <a:defPPr>
              <a:defRPr lang="fr-FR"/>
            </a:defPPr>
            <a:lvl1pPr>
              <a:lnSpc>
                <a:spcPct val="125000"/>
              </a:lnSpc>
              <a:defRPr sz="12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ru-RU" sz="1400" b="1" dirty="0">
                <a:solidFill>
                  <a:schemeClr val="accent2"/>
                </a:solidFill>
                <a:latin typeface="+mj-lt"/>
              </a:rPr>
              <a:t>Образование</a:t>
            </a:r>
            <a:endParaRPr lang="en-US" sz="1400" b="1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332235-0DD3-47B6-9400-9D23E6CDB5A5}"/>
              </a:ext>
            </a:extLst>
          </p:cNvPr>
          <p:cNvSpPr txBox="1"/>
          <p:nvPr userDrawn="1"/>
        </p:nvSpPr>
        <p:spPr>
          <a:xfrm>
            <a:off x="629466" y="4683807"/>
            <a:ext cx="1874215" cy="395869"/>
          </a:xfrm>
          <a:prstGeom prst="rect">
            <a:avLst/>
          </a:prstGeom>
          <a:noFill/>
        </p:spPr>
        <p:txBody>
          <a:bodyPr wrap="square" lIns="0" tIns="0" rIns="0" bIns="72000" rtlCol="0" anchor="t">
            <a:spAutoFit/>
          </a:bodyPr>
          <a:lstStyle>
            <a:defPPr>
              <a:defRPr lang="fr-FR"/>
            </a:defPPr>
            <a:lvl1pPr>
              <a:lnSpc>
                <a:spcPct val="125000"/>
              </a:lnSpc>
              <a:defRPr sz="12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ru-RU" sz="1400" b="1" dirty="0">
                <a:solidFill>
                  <a:schemeClr val="accent2"/>
                </a:solidFill>
                <a:latin typeface="+mj-lt"/>
              </a:rPr>
              <a:t>Отрасли</a:t>
            </a:r>
            <a:endParaRPr lang="en-US" sz="1400" b="1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0" name="Текст 21"/>
          <p:cNvSpPr>
            <a:spLocks noGrp="1"/>
          </p:cNvSpPr>
          <p:nvPr>
            <p:ph type="body" sz="quarter" idx="12" hasCustomPrompt="1"/>
          </p:nvPr>
        </p:nvSpPr>
        <p:spPr>
          <a:xfrm>
            <a:off x="2016126" y="706732"/>
            <a:ext cx="2145924" cy="320088"/>
          </a:xfrm>
        </p:spPr>
        <p:txBody>
          <a:bodyPr anchor="ctr" anchorCtr="0">
            <a:spAutoFit/>
          </a:bodyPr>
          <a:lstStyle>
            <a:lvl1pPr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Имя, Фамилия</a:t>
            </a:r>
          </a:p>
        </p:txBody>
      </p:sp>
      <p:sp>
        <p:nvSpPr>
          <p:cNvPr id="11" name="Текст 21"/>
          <p:cNvSpPr>
            <a:spLocks noGrp="1"/>
          </p:cNvSpPr>
          <p:nvPr>
            <p:ph type="body" sz="quarter" idx="13" hasCustomPrompt="1"/>
          </p:nvPr>
        </p:nvSpPr>
        <p:spPr>
          <a:xfrm>
            <a:off x="2014621" y="1107867"/>
            <a:ext cx="2145924" cy="413115"/>
          </a:xfrm>
        </p:spPr>
        <p:txBody>
          <a:bodyPr anchor="ctr" anchorCtr="0"/>
          <a:lstStyle>
            <a:lvl1pPr marL="0" marR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prstClr val="white"/>
              </a:buClr>
              <a:buSzPct val="25000"/>
              <a:buFont typeface="Verdana" pitchFamily="34" charset="0"/>
              <a:buNone/>
              <a:tabLst/>
              <a:defRPr sz="1400" b="0" baseline="0">
                <a:solidFill>
                  <a:schemeClr val="bg2"/>
                </a:solidFill>
              </a:defRPr>
            </a:lvl1pPr>
          </a:lstStyle>
          <a:p>
            <a:pPr marL="0" marR="0" lvl="0" indent="0" algn="l" defTabSz="4571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prstClr val="white"/>
              </a:buClr>
              <a:buSzPct val="25000"/>
              <a:buFont typeface="Verdana" pitchFamily="34" charset="0"/>
              <a:buNone/>
              <a:tabLst/>
              <a:defRPr/>
            </a:pPr>
            <a:r>
              <a:rPr lang="ru-RU" dirty="0"/>
              <a:t>Роль на проекте и/или должность в компании</a:t>
            </a:r>
          </a:p>
        </p:txBody>
      </p:sp>
      <p:sp>
        <p:nvSpPr>
          <p:cNvPr id="12" name="Текст 6"/>
          <p:cNvSpPr>
            <a:spLocks noGrp="1"/>
          </p:cNvSpPr>
          <p:nvPr>
            <p:ph type="body" sz="quarter" idx="14"/>
          </p:nvPr>
        </p:nvSpPr>
        <p:spPr>
          <a:xfrm>
            <a:off x="623888" y="3055938"/>
            <a:ext cx="1549400" cy="1320800"/>
          </a:xfrm>
        </p:spPr>
        <p:txBody>
          <a:bodyPr/>
          <a:lstStyle>
            <a:lvl1pPr marL="171446" indent="-171446" algn="l" defTabSz="519488" rtl="0" eaLnBrk="1" latinLnBrk="0" hangingPunct="1">
              <a:lnSpc>
                <a:spcPct val="120000"/>
              </a:lnSpc>
              <a:spcAft>
                <a:spcPts val="300"/>
              </a:spcAft>
              <a:buClr>
                <a:schemeClr val="accent2"/>
              </a:buClr>
              <a:buSzPct val="70000"/>
              <a:buFont typeface="Arial" panose="020B0604020202020204" pitchFamily="34" charset="0"/>
              <a:buChar char="►"/>
              <a:defRPr lang="ru-RU" sz="800" kern="1200" baseline="0" dirty="0" smtClean="0">
                <a:solidFill>
                  <a:srgbClr val="000000"/>
                </a:solidFill>
                <a:latin typeface="Calibri"/>
                <a:ea typeface="新細明體" panose="02020500000000000000" pitchFamily="18" charset="-120"/>
                <a:cs typeface="Segoe UI" panose="020B0502040204020203" pitchFamily="34" charset="0"/>
              </a:defRPr>
            </a:lvl1pPr>
            <a:lvl2pPr marL="0" indent="0">
              <a:buNone/>
              <a:defRPr lang="ru-RU" sz="800" kern="1200" dirty="0" smtClean="0">
                <a:solidFill>
                  <a:srgbClr val="000000"/>
                </a:solidFill>
                <a:latin typeface="Calibri"/>
                <a:ea typeface="新細明體" panose="02020500000000000000" pitchFamily="18" charset="-120"/>
                <a:cs typeface="Segoe UI" panose="020B0502040204020203" pitchFamily="34" charset="0"/>
              </a:defRPr>
            </a:lvl2pPr>
            <a:lvl3pPr marL="180972" indent="0">
              <a:buNone/>
              <a:defRPr lang="en-US" sz="800" b="0" kern="1200" noProof="0" dirty="0" smtClean="0">
                <a:solidFill>
                  <a:schemeClr val="tx1"/>
                </a:solidFill>
                <a:latin typeface="+mn-lt"/>
                <a:ea typeface="+mn-ea"/>
                <a:cs typeface="Calibri" panose="020F0502020204030204" pitchFamily="34" charset="0"/>
              </a:defRPr>
            </a:lvl3pPr>
            <a:lvl4pPr marL="374640" indent="0">
              <a:buNone/>
              <a:defRPr/>
            </a:lvl4pPr>
            <a:lvl5pPr marL="647684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marL="361942" marR="0" lvl="2" indent="-180970" algn="l" defTabSz="514338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Clr>
                <a:schemeClr val="bg2"/>
              </a:buClr>
              <a:buSzPct val="50000"/>
              <a:buFont typeface="Montserrat" panose="020B0604020202020204" charset="0"/>
              <a:buChar char="►"/>
              <a:tabLst/>
              <a:defRPr/>
            </a:pPr>
            <a:r>
              <a:rPr lang="ru-RU" dirty="0"/>
              <a:t>Второй уровень</a:t>
            </a:r>
            <a:endParaRPr lang="en-US" dirty="0"/>
          </a:p>
          <a:p>
            <a:pPr lvl="0"/>
            <a:endParaRPr lang="ru-RU" dirty="0"/>
          </a:p>
          <a:p>
            <a:pPr lvl="1"/>
            <a:endParaRPr lang="ru-RU" dirty="0"/>
          </a:p>
        </p:txBody>
      </p:sp>
      <p:sp>
        <p:nvSpPr>
          <p:cNvPr id="13" name="Текст 6"/>
          <p:cNvSpPr>
            <a:spLocks noGrp="1"/>
          </p:cNvSpPr>
          <p:nvPr>
            <p:ph type="body" sz="quarter" idx="15"/>
          </p:nvPr>
        </p:nvSpPr>
        <p:spPr>
          <a:xfrm>
            <a:off x="2393423" y="3055938"/>
            <a:ext cx="1549400" cy="1320800"/>
          </a:xfrm>
        </p:spPr>
        <p:txBody>
          <a:bodyPr/>
          <a:lstStyle>
            <a:lvl1pPr marL="171446" indent="-171446" algn="l" defTabSz="519488" rtl="0" eaLnBrk="1" latinLnBrk="0" hangingPunct="1">
              <a:lnSpc>
                <a:spcPct val="120000"/>
              </a:lnSpc>
              <a:spcAft>
                <a:spcPts val="300"/>
              </a:spcAft>
              <a:buClr>
                <a:schemeClr val="accent2"/>
              </a:buClr>
              <a:buSzPct val="70000"/>
              <a:buFont typeface="Arial" panose="020B0604020202020204" pitchFamily="34" charset="0"/>
              <a:buChar char="►"/>
              <a:defRPr lang="ru-RU" sz="800" kern="1200" dirty="0" smtClean="0">
                <a:solidFill>
                  <a:srgbClr val="000000"/>
                </a:solidFill>
                <a:latin typeface="Calibri"/>
                <a:ea typeface="新細明體" panose="02020500000000000000" pitchFamily="18" charset="-120"/>
                <a:cs typeface="Segoe UI" panose="020B0502040204020203" pitchFamily="34" charset="0"/>
              </a:defRPr>
            </a:lvl1pPr>
            <a:lvl2pPr marL="0" indent="0">
              <a:buNone/>
              <a:defRPr lang="ru-RU" sz="800" kern="1200" dirty="0" smtClean="0">
                <a:solidFill>
                  <a:srgbClr val="000000"/>
                </a:solidFill>
                <a:latin typeface="Calibri"/>
                <a:ea typeface="新細明體" panose="02020500000000000000" pitchFamily="18" charset="-120"/>
                <a:cs typeface="Segoe UI" panose="020B0502040204020203" pitchFamily="34" charset="0"/>
              </a:defRPr>
            </a:lvl2pPr>
            <a:lvl3pPr marL="180972" indent="0">
              <a:buNone/>
              <a:defRPr/>
            </a:lvl3pPr>
            <a:lvl4pPr marL="374640" indent="0">
              <a:buNone/>
              <a:defRPr/>
            </a:lvl4pPr>
            <a:lvl5pPr marL="647684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endParaRPr lang="ru-RU" dirty="0"/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4DFACD73-43E1-475C-9ACA-07FFF9722A5B}"/>
              </a:ext>
            </a:extLst>
          </p:cNvPr>
          <p:cNvSpPr txBox="1"/>
          <p:nvPr userDrawn="1"/>
        </p:nvSpPr>
        <p:spPr>
          <a:xfrm>
            <a:off x="4764058" y="666564"/>
            <a:ext cx="2566987" cy="2369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ru-RU" sz="1400" b="1" dirty="0">
                <a:solidFill>
                  <a:schemeClr val="accent1"/>
                </a:solidFill>
                <a:latin typeface="+mj-lt"/>
                <a:cs typeface="Segoe UI Semibold" panose="020B0702040204020203" pitchFamily="34" charset="0"/>
              </a:rPr>
              <a:t>Ключевые компетенции</a:t>
            </a:r>
            <a:endParaRPr lang="fr-FR" sz="1400" b="1" dirty="0">
              <a:solidFill>
                <a:schemeClr val="accent1"/>
              </a:solidFill>
              <a:latin typeface="+mj-lt"/>
              <a:cs typeface="Segoe UI Semibold" panose="020B0702040204020203" pitchFamily="34" charset="0"/>
            </a:endParaRPr>
          </a:p>
        </p:txBody>
      </p:sp>
      <p:sp>
        <p:nvSpPr>
          <p:cNvPr id="17" name="TextBox 11">
            <a:extLst>
              <a:ext uri="{FF2B5EF4-FFF2-40B4-BE49-F238E27FC236}">
                <a16:creationId xmlns:a16="http://schemas.microsoft.com/office/drawing/2014/main" id="{4DFACD73-43E1-475C-9ACA-07FFF9722A5B}"/>
              </a:ext>
            </a:extLst>
          </p:cNvPr>
          <p:cNvSpPr txBox="1"/>
          <p:nvPr userDrawn="1"/>
        </p:nvSpPr>
        <p:spPr>
          <a:xfrm>
            <a:off x="4764058" y="2667484"/>
            <a:ext cx="2566987" cy="2369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>
              <a:lnSpc>
                <a:spcPct val="110000"/>
              </a:lnSpc>
            </a:pPr>
            <a:r>
              <a:rPr lang="ru-RU" sz="1400" b="1" dirty="0">
                <a:solidFill>
                  <a:schemeClr val="accent1"/>
                </a:solidFill>
                <a:latin typeface="+mj-lt"/>
                <a:cs typeface="Segoe UI Semibold" panose="020B0702040204020203" pitchFamily="34" charset="0"/>
              </a:rPr>
              <a:t>Релевантный опыт</a:t>
            </a:r>
            <a:endParaRPr lang="fr-FR" sz="1400" b="1" dirty="0">
              <a:solidFill>
                <a:schemeClr val="accent1"/>
              </a:solidFill>
              <a:latin typeface="+mj-lt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01613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page">
    <p:bg>
      <p:bgPr>
        <a:gradFill>
          <a:gsLst>
            <a:gs pos="0">
              <a:schemeClr val="accent2"/>
            </a:gs>
            <a:gs pos="100000">
              <a:schemeClr val="accent1">
                <a:alpha val="80000"/>
              </a:schemeClr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AE68CF5-BE35-41D8-987E-89EC643CF12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50000">
                <a:srgbClr val="059E9A"/>
              </a:gs>
              <a:gs pos="0">
                <a:schemeClr val="accent2"/>
              </a:gs>
              <a:gs pos="100000">
                <a:schemeClr val="accent1"/>
              </a:gs>
            </a:gsLst>
            <a:lin ang="1800000" scaled="0"/>
          </a:gra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dirty="0" err="1">
              <a:solidFill>
                <a:schemeClr val="tx1"/>
              </a:solidFill>
            </a:endParaRPr>
          </a:p>
        </p:txBody>
      </p:sp>
      <p:sp>
        <p:nvSpPr>
          <p:cNvPr id="6" name="Espace réservé pour une image  3">
            <a:extLst>
              <a:ext uri="{FF2B5EF4-FFF2-40B4-BE49-F238E27FC236}">
                <a16:creationId xmlns:a16="http://schemas.microsoft.com/office/drawing/2014/main" id="{C0F1405B-9BAB-4D02-8E51-4701BB7DFC4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3888" y="609600"/>
            <a:ext cx="1209675" cy="1209675"/>
          </a:xfrm>
          <a:prstGeom prst="rect">
            <a:avLst/>
          </a:prstGeom>
        </p:spPr>
        <p:txBody>
          <a:bodyPr tIns="14400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Client/Partner logo here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6059E7-F239-4041-BFFD-1060300A5CA7}"/>
              </a:ext>
            </a:extLst>
          </p:cNvPr>
          <p:cNvSpPr/>
          <p:nvPr userDrawn="1"/>
        </p:nvSpPr>
        <p:spPr>
          <a:xfrm>
            <a:off x="8883382" y="-1"/>
            <a:ext cx="3308618" cy="3728019"/>
          </a:xfrm>
          <a:prstGeom prst="rect">
            <a:avLst/>
          </a:prstGeom>
          <a:solidFill>
            <a:schemeClr val="bg1">
              <a:alpha val="10000"/>
            </a:schemeClr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dirty="0" err="1">
              <a:solidFill>
                <a:schemeClr val="tx1"/>
              </a:solidFill>
            </a:endParaRPr>
          </a:p>
        </p:txBody>
      </p:sp>
      <p:pic>
        <p:nvPicPr>
          <p:cNvPr id="11" name="Graphique 17">
            <a:extLst>
              <a:ext uri="{FF2B5EF4-FFF2-40B4-BE49-F238E27FC236}">
                <a16:creationId xmlns:a16="http://schemas.microsoft.com/office/drawing/2014/main" id="{66A1378D-6BAB-45C2-BF80-821EC686C9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09627" y="636997"/>
            <a:ext cx="170630" cy="170630"/>
          </a:xfrm>
          <a:prstGeom prst="rect">
            <a:avLst/>
          </a:prstGeom>
        </p:spPr>
      </p:pic>
      <p:pic>
        <p:nvPicPr>
          <p:cNvPr id="12" name="Graphique 18">
            <a:extLst>
              <a:ext uri="{FF2B5EF4-FFF2-40B4-BE49-F238E27FC236}">
                <a16:creationId xmlns:a16="http://schemas.microsoft.com/office/drawing/2014/main" id="{F49CD148-3EBF-497E-BF86-936A964388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16372" y="1007841"/>
            <a:ext cx="189590" cy="145352"/>
          </a:xfrm>
          <a:prstGeom prst="rect">
            <a:avLst/>
          </a:prstGeom>
        </p:spPr>
      </p:pic>
      <p:cxnSp>
        <p:nvCxnSpPr>
          <p:cNvPr id="13" name="Connecteur droit 20">
            <a:extLst>
              <a:ext uri="{FF2B5EF4-FFF2-40B4-BE49-F238E27FC236}">
                <a16:creationId xmlns:a16="http://schemas.microsoft.com/office/drawing/2014/main" id="{1E8D30A6-86CE-4371-97C8-AC8C0C1B0743}"/>
              </a:ext>
            </a:extLst>
          </p:cNvPr>
          <p:cNvCxnSpPr>
            <a:cxnSpLocks/>
          </p:cNvCxnSpPr>
          <p:nvPr userDrawn="1"/>
        </p:nvCxnSpPr>
        <p:spPr>
          <a:xfrm>
            <a:off x="9316372" y="1696466"/>
            <a:ext cx="386160" cy="0"/>
          </a:xfrm>
          <a:prstGeom prst="line">
            <a:avLst/>
          </a:prstGeom>
          <a:ln w="635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A4A7E8-B058-4072-BBDE-74AADF8D741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3888" y="2842865"/>
            <a:ext cx="6721475" cy="2136775"/>
          </a:xfrm>
          <a:noFill/>
        </p:spPr>
        <p:txBody>
          <a:bodyPr/>
          <a:lstStyle>
            <a:lvl1pPr>
              <a:defRPr sz="54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5817E426-6146-4666-828B-226889FEA37C}"/>
              </a:ext>
            </a:extLst>
          </p:cNvPr>
          <p:cNvSpPr txBox="1">
            <a:spLocks/>
          </p:cNvSpPr>
          <p:nvPr userDrawn="1"/>
        </p:nvSpPr>
        <p:spPr>
          <a:xfrm>
            <a:off x="623888" y="6091570"/>
            <a:ext cx="1919685" cy="62355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457189" rtl="0" eaLnBrk="1" latinLnBrk="0" hangingPunct="1">
              <a:spcBef>
                <a:spcPts val="1200"/>
              </a:spcBef>
              <a:spcAft>
                <a:spcPts val="300"/>
              </a:spcAft>
              <a:buClr>
                <a:schemeClr val="bg1"/>
              </a:buClr>
              <a:buSzPct val="25000"/>
              <a:buFont typeface="Verdana" pitchFamily="34" charset="0"/>
              <a:buNone/>
              <a:defRPr lang="en-GB" sz="1400" b="0" kern="1200" noProof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7796" indent="-177796" algn="l" defTabSz="457189" rtl="0" eaLnBrk="1" latinLnBrk="0" hangingPunct="1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itchFamily="34" charset="0"/>
              <a:buChar char="•"/>
              <a:defRPr lang="en-GB" sz="1400" kern="1200" noProof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1942" indent="-180970" algn="l" defTabSz="514338" rtl="0" eaLnBrk="1" latinLnBrk="0" hangingPunct="1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Calibri" pitchFamily="34" charset="0"/>
              <a:buChar char="−"/>
              <a:defRPr lang="en-GB" sz="1400" kern="1200" noProof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6561" indent="-161921" algn="l" defTabSz="457189" rtl="0" eaLnBrk="1" latinLnBrk="0" hangingPunct="1"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Courier New" pitchFamily="49" charset="0"/>
              <a:buChar char="o"/>
              <a:tabLst/>
              <a:defRPr lang="en-GB" sz="1200" kern="1200" noProof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2780" indent="-165096" algn="l" defTabSz="457189" rtl="0" eaLnBrk="1" latinLnBrk="0" hangingPunct="1">
              <a:spcBef>
                <a:spcPts val="0"/>
              </a:spcBef>
              <a:buClr>
                <a:srgbClr val="D52B1E"/>
              </a:buClr>
              <a:buFont typeface="Calibri" pitchFamily="34" charset="0"/>
              <a:buChar char="-"/>
              <a:tabLst/>
              <a:defRPr lang="en-GB" sz="1100" kern="1200" noProof="0">
                <a:solidFill>
                  <a:srgbClr val="4D4F53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1200" dirty="0" err="1">
                <a:solidFill>
                  <a:schemeClr val="bg1"/>
                </a:solidFill>
              </a:rPr>
              <a:t>beringpro.ru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2" name="Рисунок 1" descr="Изображение выглядит как Шрифт, Графика, логотип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400384DF-D35F-6B7D-87AD-236D447B164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biLevel thresh="25000"/>
          </a:blip>
          <a:stretch>
            <a:fillRect/>
          </a:stretch>
        </p:blipFill>
        <p:spPr>
          <a:xfrm>
            <a:off x="10271820" y="6260122"/>
            <a:ext cx="1405061" cy="48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92253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aringPoint Logo">
    <p:bg>
      <p:bgPr>
        <a:gradFill>
          <a:gsLst>
            <a:gs pos="50000">
              <a:srgbClr val="059E9A"/>
            </a:gs>
            <a:gs pos="0">
              <a:schemeClr val="accent2"/>
            </a:gs>
            <a:gs pos="100000">
              <a:schemeClr val="accent1">
                <a:alpha val="80000"/>
              </a:schemeClr>
            </a:gs>
          </a:gsLst>
          <a:lin ang="1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E19149A-C143-40CA-9518-C5427B0C765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50000">
                <a:srgbClr val="059E9A"/>
              </a:gs>
              <a:gs pos="0">
                <a:schemeClr val="accent2"/>
              </a:gs>
              <a:gs pos="100000">
                <a:schemeClr val="accent1"/>
              </a:gs>
            </a:gsLst>
            <a:lin ang="1800000" scaled="0"/>
          </a:gra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dirty="0" err="1">
              <a:solidFill>
                <a:schemeClr val="tx1"/>
              </a:solidFill>
            </a:endParaRPr>
          </a:p>
        </p:txBody>
      </p:sp>
      <p:pic>
        <p:nvPicPr>
          <p:cNvPr id="5" name="Рисунок 4" descr="Изображение выглядит как Шрифт, Графика, текст, логотип&#10;&#10;Автоматически созданное описание">
            <a:extLst>
              <a:ext uri="{FF2B5EF4-FFF2-40B4-BE49-F238E27FC236}">
                <a16:creationId xmlns:a16="http://schemas.microsoft.com/office/drawing/2014/main" id="{ED3200ED-B7A6-1F89-3E19-A576B3CB58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70204" y="3092168"/>
            <a:ext cx="3251593" cy="673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93476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aringPoint Logo + QR">
    <p:bg>
      <p:bgPr>
        <a:gradFill>
          <a:gsLst>
            <a:gs pos="50000">
              <a:srgbClr val="059E9A"/>
            </a:gs>
            <a:gs pos="0">
              <a:schemeClr val="accent2"/>
            </a:gs>
            <a:gs pos="100000">
              <a:schemeClr val="accent1">
                <a:alpha val="80000"/>
              </a:schemeClr>
            </a:gs>
          </a:gsLst>
          <a:lin ang="1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E19149A-C143-40CA-9518-C5427B0C765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50000">
                <a:srgbClr val="059E9A"/>
              </a:gs>
              <a:gs pos="0">
                <a:schemeClr val="accent2"/>
              </a:gs>
              <a:gs pos="100000">
                <a:schemeClr val="accent1"/>
              </a:gs>
            </a:gsLst>
            <a:lin ang="1800000" scaled="0"/>
          </a:gra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dirty="0" err="1">
              <a:solidFill>
                <a:schemeClr val="tx1"/>
              </a:solidFill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063BD540-3D8C-FDE8-5374-41CE47ADABA6}"/>
              </a:ext>
            </a:extLst>
          </p:cNvPr>
          <p:cNvGrpSpPr/>
          <p:nvPr userDrawn="1"/>
        </p:nvGrpSpPr>
        <p:grpSpPr>
          <a:xfrm>
            <a:off x="3179382" y="2526038"/>
            <a:ext cx="5833237" cy="1805925"/>
            <a:chOff x="3307378" y="2526036"/>
            <a:chExt cx="5833237" cy="1805925"/>
          </a:xfrm>
        </p:grpSpPr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38D2FECB-9E9E-5B3C-4BC0-DC5AA899241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592678" y="2526036"/>
              <a:ext cx="1547937" cy="1805925"/>
            </a:xfrm>
            <a:prstGeom prst="rect">
              <a:avLst/>
            </a:prstGeom>
          </p:spPr>
        </p:pic>
        <p:pic>
          <p:nvPicPr>
            <p:cNvPr id="8" name="Рисунок 7" descr="Изображение выглядит как Шрифт, Графика, текст, логотип&#10;&#10;Автоматически созданное описание">
              <a:extLst>
                <a:ext uri="{FF2B5EF4-FFF2-40B4-BE49-F238E27FC236}">
                  <a16:creationId xmlns:a16="http://schemas.microsoft.com/office/drawing/2014/main" id="{81FFD0A4-E73F-84A9-ED19-A439D05546A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307378" y="3021434"/>
              <a:ext cx="3934427" cy="8151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6064581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aringPoint Logo">
    <p:bg>
      <p:bgPr>
        <a:gradFill>
          <a:gsLst>
            <a:gs pos="0">
              <a:schemeClr val="accent2"/>
            </a:gs>
            <a:gs pos="100000">
              <a:schemeClr val="accent1">
                <a:alpha val="80000"/>
              </a:schemeClr>
            </a:gs>
          </a:gsLst>
          <a:lin ang="1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C6CF16E-D1AA-564E-33E5-CC2EF5C71D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Рисунок 4" descr="Изображение выглядит как Шрифт, Графика, текст, логотип&#10;&#10;Автоматически созданное описание">
            <a:extLst>
              <a:ext uri="{FF2B5EF4-FFF2-40B4-BE49-F238E27FC236}">
                <a16:creationId xmlns:a16="http://schemas.microsoft.com/office/drawing/2014/main" id="{DB5B7D66-18AD-EB63-2902-E1E4EE7AEAA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70204" y="3092168"/>
            <a:ext cx="3251593" cy="673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05541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earingPoint Logo + QR">
    <p:bg>
      <p:bgPr>
        <a:gradFill>
          <a:gsLst>
            <a:gs pos="0">
              <a:schemeClr val="accent2"/>
            </a:gs>
            <a:gs pos="100000">
              <a:schemeClr val="accent1">
                <a:alpha val="80000"/>
              </a:schemeClr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B155346-AE04-D76A-F2B5-459794D3DB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6A7873C7-180B-6CD9-C473-C5112BA31BD1}"/>
              </a:ext>
            </a:extLst>
          </p:cNvPr>
          <p:cNvGrpSpPr/>
          <p:nvPr userDrawn="1"/>
        </p:nvGrpSpPr>
        <p:grpSpPr>
          <a:xfrm>
            <a:off x="3179382" y="2526038"/>
            <a:ext cx="5833237" cy="1805925"/>
            <a:chOff x="3307378" y="2526036"/>
            <a:chExt cx="5833237" cy="1805925"/>
          </a:xfrm>
        </p:grpSpPr>
        <p:pic>
          <p:nvPicPr>
            <p:cNvPr id="8" name="Рисунок 7">
              <a:extLst>
                <a:ext uri="{FF2B5EF4-FFF2-40B4-BE49-F238E27FC236}">
                  <a16:creationId xmlns:a16="http://schemas.microsoft.com/office/drawing/2014/main" id="{ABD1356B-BAB8-FC06-01DA-76B531C8433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592678" y="2526036"/>
              <a:ext cx="1547937" cy="1805925"/>
            </a:xfrm>
            <a:prstGeom prst="rect">
              <a:avLst/>
            </a:prstGeom>
          </p:spPr>
        </p:pic>
        <p:pic>
          <p:nvPicPr>
            <p:cNvPr id="9" name="Рисунок 8" descr="Изображение выглядит как Шрифт, Графика, текст, логотип&#10;&#10;Автоматически созданное описание">
              <a:extLst>
                <a:ext uri="{FF2B5EF4-FFF2-40B4-BE49-F238E27FC236}">
                  <a16:creationId xmlns:a16="http://schemas.microsoft.com/office/drawing/2014/main" id="{F1A5B0BA-98D3-0A9C-EDD4-81CB51F141B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307378" y="3021434"/>
              <a:ext cx="3934427" cy="8151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10965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623888" y="1536701"/>
            <a:ext cx="10863262" cy="42719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 noProof="0" dirty="0"/>
              <a:t>Fourth level</a:t>
            </a:r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623888" y="509481"/>
            <a:ext cx="10944225" cy="369334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170DCD42-C454-4CF9-A367-CF9A36793C89}"/>
              </a:ext>
            </a:extLst>
          </p:cNvPr>
          <p:cNvSpPr txBox="1">
            <a:spLocks/>
          </p:cNvSpPr>
          <p:nvPr userDrawn="1"/>
        </p:nvSpPr>
        <p:spPr>
          <a:xfrm>
            <a:off x="5821053" y="6409446"/>
            <a:ext cx="549897" cy="211193"/>
          </a:xfrm>
          <a:prstGeom prst="rect">
            <a:avLst/>
          </a:prstGeom>
          <a:ln>
            <a:noFill/>
          </a:ln>
        </p:spPr>
        <p:txBody>
          <a:bodyPr vert="horz" lIns="0" tIns="0" rIns="0" bIns="0" anchor="b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E997FAD-17BD-C54D-93FE-DA7D4A487AFB}" type="slidenum">
              <a:rPr lang="en-US" sz="900" noProof="0" smtClean="0">
                <a:solidFill>
                  <a:schemeClr val="bg1">
                    <a:lumMod val="75000"/>
                  </a:schemeClr>
                </a:solidFill>
              </a:rPr>
              <a:pPr algn="ctr"/>
              <a:t>‹#›</a:t>
            </a:fld>
            <a:endParaRPr lang="en-US" sz="900" noProof="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F0975EE-33B6-465D-9A21-16AE16400DAC}"/>
              </a:ext>
            </a:extLst>
          </p:cNvPr>
          <p:cNvSpPr txBox="1">
            <a:spLocks/>
          </p:cNvSpPr>
          <p:nvPr userDrawn="1"/>
        </p:nvSpPr>
        <p:spPr>
          <a:xfrm>
            <a:off x="623888" y="6393427"/>
            <a:ext cx="3001962" cy="227210"/>
          </a:xfrm>
          <a:prstGeom prst="rect">
            <a:avLst/>
          </a:prstGeom>
          <a:ln>
            <a:noFill/>
          </a:ln>
        </p:spPr>
        <p:txBody>
          <a:bodyPr vert="horz" lIns="0" tIns="0" rIns="0" bIns="0" anchor="b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900" noProof="0" dirty="0">
                <a:solidFill>
                  <a:schemeClr val="accent5"/>
                </a:solidFill>
              </a:rPr>
              <a:t>Insert the </a:t>
            </a:r>
            <a:r>
              <a:rPr lang="fr-FR" sz="900" noProof="0" dirty="0" err="1">
                <a:solidFill>
                  <a:schemeClr val="accent5"/>
                </a:solidFill>
              </a:rPr>
              <a:t>footer</a:t>
            </a:r>
            <a:r>
              <a:rPr lang="fr-FR" sz="900" noProof="0" dirty="0">
                <a:solidFill>
                  <a:schemeClr val="accent5"/>
                </a:solidFill>
              </a:rPr>
              <a:t> </a:t>
            </a:r>
            <a:r>
              <a:rPr lang="fr-FR" sz="900" noProof="0" dirty="0" err="1">
                <a:solidFill>
                  <a:schemeClr val="accent5"/>
                </a:solidFill>
              </a:rPr>
              <a:t>into</a:t>
            </a:r>
            <a:r>
              <a:rPr lang="fr-FR" sz="900" noProof="0" dirty="0">
                <a:solidFill>
                  <a:schemeClr val="accent5"/>
                </a:solidFill>
              </a:rPr>
              <a:t> the 1</a:t>
            </a:r>
            <a:r>
              <a:rPr lang="fr-FR" sz="900" baseline="30000" noProof="0" dirty="0">
                <a:solidFill>
                  <a:schemeClr val="accent5"/>
                </a:solidFill>
              </a:rPr>
              <a:t>st</a:t>
            </a:r>
            <a:r>
              <a:rPr lang="fr-FR" sz="900" noProof="0" dirty="0">
                <a:solidFill>
                  <a:schemeClr val="accent5"/>
                </a:solidFill>
              </a:rPr>
              <a:t> page on the MASTER</a:t>
            </a:r>
          </a:p>
        </p:txBody>
      </p:sp>
      <p:pic>
        <p:nvPicPr>
          <p:cNvPr id="2" name="Рисунок 1" descr="Изображение выглядит как Шрифт, Графика, логотип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B90D7024-B056-2AD9-D76E-751001F0CE13}"/>
              </a:ext>
            </a:extLst>
          </p:cNvPr>
          <p:cNvPicPr>
            <a:picLocks noChangeAspect="1"/>
          </p:cNvPicPr>
          <p:nvPr userDrawn="1"/>
        </p:nvPicPr>
        <p:blipFill>
          <a:blip r:embed="rId39"/>
          <a:stretch>
            <a:fillRect/>
          </a:stretch>
        </p:blipFill>
        <p:spPr>
          <a:xfrm>
            <a:off x="10271820" y="6260122"/>
            <a:ext cx="1405061" cy="48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250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60" r:id="rId1"/>
    <p:sldLayoutId id="2147484390" r:id="rId2"/>
    <p:sldLayoutId id="2147484391" r:id="rId3"/>
    <p:sldLayoutId id="2147484393" r:id="rId4"/>
    <p:sldLayoutId id="2147484396" r:id="rId5"/>
    <p:sldLayoutId id="2147484570" r:id="rId6"/>
    <p:sldLayoutId id="2147484697" r:id="rId7"/>
    <p:sldLayoutId id="2147484571" r:id="rId8"/>
    <p:sldLayoutId id="2147484400" r:id="rId9"/>
    <p:sldLayoutId id="2147484567" r:id="rId10"/>
    <p:sldLayoutId id="2147484401" r:id="rId11"/>
    <p:sldLayoutId id="2147484402" r:id="rId12"/>
    <p:sldLayoutId id="2147484403" r:id="rId13"/>
    <p:sldLayoutId id="2147484686" r:id="rId14"/>
    <p:sldLayoutId id="2147484404" r:id="rId15"/>
    <p:sldLayoutId id="2147484405" r:id="rId16"/>
    <p:sldLayoutId id="2147484406" r:id="rId17"/>
    <p:sldLayoutId id="2147484407" r:id="rId18"/>
    <p:sldLayoutId id="2147484408" r:id="rId19"/>
    <p:sldLayoutId id="2147484672" r:id="rId20"/>
    <p:sldLayoutId id="2147484410" r:id="rId21"/>
    <p:sldLayoutId id="2147484411" r:id="rId22"/>
    <p:sldLayoutId id="2147484413" r:id="rId23"/>
    <p:sldLayoutId id="2147484414" r:id="rId24"/>
    <p:sldLayoutId id="2147484415" r:id="rId25"/>
    <p:sldLayoutId id="2147484416" r:id="rId26"/>
    <p:sldLayoutId id="2147484417" r:id="rId27"/>
    <p:sldLayoutId id="2147484418" r:id="rId28"/>
    <p:sldLayoutId id="2147484547" r:id="rId29"/>
    <p:sldLayoutId id="2147484427" r:id="rId30"/>
    <p:sldLayoutId id="2147484539" r:id="rId31"/>
    <p:sldLayoutId id="2147484540" r:id="rId32"/>
    <p:sldLayoutId id="2147484429" r:id="rId33"/>
    <p:sldLayoutId id="2147484430" r:id="rId34"/>
    <p:sldLayoutId id="2147484677" r:id="rId35"/>
    <p:sldLayoutId id="2147484553" r:id="rId36"/>
    <p:sldLayoutId id="2147484676" r:id="rId37"/>
  </p:sldLayoutIdLst>
  <p:hf hdr="0"/>
  <p:txStyles>
    <p:titleStyle>
      <a:lvl1pPr marL="0" indent="0" algn="l" defTabSz="457189" rtl="0" eaLnBrk="1" latinLnBrk="0" hangingPunct="1">
        <a:spcBef>
          <a:spcPct val="0"/>
        </a:spcBef>
        <a:spcAft>
          <a:spcPts val="0"/>
        </a:spcAft>
        <a:buFont typeface="Arial" pitchFamily="34" charset="0"/>
        <a:buNone/>
        <a:defRPr lang="fr-FR" sz="2400" b="1" kern="1200" baseline="0" smtClean="0">
          <a:solidFill>
            <a:srgbClr val="042E99"/>
          </a:solidFill>
          <a:latin typeface="+mj-lt"/>
          <a:ea typeface="+mn-ea"/>
          <a:cs typeface="+mn-cs"/>
        </a:defRPr>
      </a:lvl1pPr>
    </p:titleStyle>
    <p:bodyStyle>
      <a:lvl1pPr marL="0" indent="0" algn="l" defTabSz="457189" rtl="0" eaLnBrk="1" latinLnBrk="0" hangingPunct="1">
        <a:lnSpc>
          <a:spcPct val="130000"/>
        </a:lnSpc>
        <a:spcBef>
          <a:spcPts val="0"/>
        </a:spcBef>
        <a:spcAft>
          <a:spcPts val="1200"/>
        </a:spcAft>
        <a:buClr>
          <a:schemeClr val="tx2"/>
        </a:buClr>
        <a:buSzPct val="100000"/>
        <a:buFont typeface="Arial" panose="020B0604020202020204" pitchFamily="34" charset="0"/>
        <a:buNone/>
        <a:defRPr kumimoji="0" lang="en-US" sz="1200" b="0" i="0" u="none" strike="noStrike" kern="1200" cap="none" spc="0" normalizeH="0" baseline="0" noProof="0" dirty="0">
          <a:ln>
            <a:noFill/>
          </a:ln>
          <a:solidFill>
            <a:schemeClr val="tx1"/>
          </a:solidFill>
          <a:effectLst/>
          <a:uLnTx/>
          <a:uFillTx/>
          <a:latin typeface="Calibri"/>
          <a:ea typeface="+mn-ea"/>
          <a:cs typeface="Segoe UI" panose="020B0502040204020203" pitchFamily="34" charset="0"/>
        </a:defRPr>
      </a:lvl1pPr>
      <a:lvl2pPr marL="177796" indent="-177796" algn="l" defTabSz="457189" rtl="0" eaLnBrk="1" latinLnBrk="0" hangingPunct="1">
        <a:lnSpc>
          <a:spcPct val="130000"/>
        </a:lnSpc>
        <a:spcBef>
          <a:spcPts val="0"/>
        </a:spcBef>
        <a:spcAft>
          <a:spcPts val="300"/>
        </a:spcAft>
        <a:buClr>
          <a:schemeClr val="accent1"/>
        </a:buClr>
        <a:buFont typeface="Arial" pitchFamily="34" charset="0"/>
        <a:buChar char="•"/>
        <a:defRPr lang="en-US" sz="1200" b="0" kern="1200" noProof="0" dirty="0">
          <a:solidFill>
            <a:schemeClr val="tx1"/>
          </a:solidFill>
          <a:latin typeface="+mj-lt"/>
          <a:ea typeface="+mn-ea"/>
          <a:cs typeface="Calibri" panose="020F0502020204030204" pitchFamily="34" charset="0"/>
        </a:defRPr>
      </a:lvl2pPr>
      <a:lvl3pPr marL="361942" indent="-180970" algn="l" defTabSz="514338" rtl="0" eaLnBrk="1" latinLnBrk="0" hangingPunct="1">
        <a:lnSpc>
          <a:spcPct val="130000"/>
        </a:lnSpc>
        <a:spcBef>
          <a:spcPts val="0"/>
        </a:spcBef>
        <a:spcAft>
          <a:spcPts val="300"/>
        </a:spcAft>
        <a:buClr>
          <a:schemeClr val="bg1">
            <a:lumMod val="50000"/>
          </a:schemeClr>
        </a:buClr>
        <a:buSzPct val="60000"/>
        <a:buFont typeface="Montserrat" panose="020B0604020202020204" charset="0"/>
        <a:buChar char="►"/>
        <a:defRPr lang="en-US" sz="1200" b="0" kern="1200" noProof="0" dirty="0" smtClean="0">
          <a:solidFill>
            <a:schemeClr val="tx1"/>
          </a:solidFill>
          <a:latin typeface="+mj-lt"/>
          <a:ea typeface="+mn-ea"/>
          <a:cs typeface="Calibri" panose="020F0502020204030204" pitchFamily="34" charset="0"/>
        </a:defRPr>
      </a:lvl3pPr>
      <a:lvl4pPr marL="536561" indent="-161921" algn="l" defTabSz="457189" rtl="0" eaLnBrk="1" latinLnBrk="0" hangingPunct="1">
        <a:spcBef>
          <a:spcPts val="0"/>
        </a:spcBef>
        <a:spcAft>
          <a:spcPts val="300"/>
        </a:spcAft>
        <a:buClr>
          <a:schemeClr val="bg1">
            <a:lumMod val="50000"/>
          </a:schemeClr>
        </a:buClr>
        <a:buSzPct val="60000"/>
        <a:buFont typeface="Courier New" pitchFamily="49" charset="0"/>
        <a:buChar char="o"/>
        <a:tabLst/>
        <a:defRPr lang="en-US" sz="1200" b="0" kern="1200" noProof="0" dirty="0">
          <a:solidFill>
            <a:schemeClr val="tx1"/>
          </a:solidFill>
          <a:latin typeface="+mn-lt"/>
          <a:ea typeface="+mn-ea"/>
          <a:cs typeface="Calibri" panose="020F0502020204030204" pitchFamily="34" charset="0"/>
        </a:defRPr>
      </a:lvl4pPr>
      <a:lvl5pPr marL="812780" indent="-165096" algn="l" defTabSz="457189" rtl="0" eaLnBrk="1" latinLnBrk="0" hangingPunct="1">
        <a:spcBef>
          <a:spcPts val="0"/>
        </a:spcBef>
        <a:buClr>
          <a:srgbClr val="D52B1E"/>
        </a:buClr>
        <a:buFont typeface="Calibri" pitchFamily="34" charset="0"/>
        <a:buChar char="-"/>
        <a:tabLst/>
        <a:defRPr lang="en-GB" sz="1100" kern="1200" noProof="0">
          <a:solidFill>
            <a:srgbClr val="4D4F53"/>
          </a:solidFill>
          <a:latin typeface="+mn-lt"/>
          <a:ea typeface="+mn-ea"/>
          <a:cs typeface="+mn-cs"/>
        </a:defRPr>
      </a:lvl5pPr>
      <a:lvl6pPr marL="2514537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93">
          <p15:clr>
            <a:srgbClr val="F26B43"/>
          </p15:clr>
        </p15:guide>
        <p15:guide id="2" pos="728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 descr="Изображение выглядит как дизайн, логотип, Графика, символ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AE1656E-FF7C-BA0D-F7BF-25B73EE7CC9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5393AF85-6391-F75B-9E41-C32387AFEB0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Павел Городилов</a:t>
            </a:r>
          </a:p>
          <a:p>
            <a:r>
              <a:t>Старший эксперт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FEB8387-DE6E-B899-2900-9490B08B97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Подразделение 1С:Разработка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E951C9D-DAAC-C840-409C-75982D9094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C398CE04-1DCC-1E3F-CB1E-01C33E8359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F09C0C6B-0CC7-D3D3-8F48-434865D044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AI-агенты: основы и практическое применение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6AAE33F-440A-92B5-1730-26E18B0D6A1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Лекция 10</a:t>
            </a:r>
          </a:p>
        </p:txBody>
      </p:sp>
    </p:spTree>
    <p:extLst>
      <p:ext uri="{BB962C8B-B14F-4D97-AF65-F5344CB8AC3E}">
        <p14:creationId xmlns:p14="http://schemas.microsoft.com/office/powerpoint/2010/main" val="42255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Блок 1: Введение в AI-агенты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  <a:p>
            <a:r>
              <a:t>Продолжительность: 15 минут</a:t>
            </a:r>
          </a:p>
          <a:p>
            <a:r>
              <a:t>Цель: Познакомить с концепцией AI-агентов</a:t>
            </a:r>
          </a:p>
          <a:p>
            <a:r>
              <a:t>Ключевые темы: определение, свойства, отличия от workflow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Что такое AI-агенты?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  <a:p>
            <a:r>
              <a:t>AI-агент — система с высокой степенью автономности</a:t>
            </a:r>
          </a:p>
          <a:p>
            <a:r>
              <a:t>Способна достигать поставленных целей</a:t>
            </a:r>
          </a:p>
          <a:p>
            <a:r>
              <a:t>Адаптируется к нештатным ситуациям</a:t>
            </a:r>
          </a:p>
          <a:p>
            <a:r>
              <a:t>Использует итеративный подход</a:t>
            </a:r>
          </a:p>
          <a:p>
            <a:endParaRPr/>
          </a:p>
          <a:p>
            <a:r>
              <a:t>Основные применения:</a:t>
            </a:r>
          </a:p>
          <a:p>
            <a:r>
              <a:t>• Customer care (служба поддержки)</a:t>
            </a:r>
          </a:p>
          <a:p>
            <a:r>
              <a:t>• Автоматизация рутинных задач</a:t>
            </a:r>
          </a:p>
          <a:p>
            <a:r>
              <a:t>• Работа с нестандартными ситуациями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AI-агенты vs Workflow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  <a:p>
            <a:r>
              <a:t>Workflow — детерминированная система с четким алгоритмом</a:t>
            </a:r>
          </a:p>
          <a:p>
            <a:r>
              <a:t>AI-агент — автономная система, способная адаптироваться</a:t>
            </a:r>
          </a:p>
          <a:p>
            <a:endParaRPr/>
          </a:p>
          <a:p>
            <a:r>
              <a:t>Аналогия:</a:t>
            </a:r>
          </a:p>
          <a:p>
            <a:r>
              <a:t>• Workflow = кофейный автомат: нажал кнопку → получил кофе</a:t>
            </a:r>
          </a:p>
          <a:p>
            <a:r>
              <a:t>• AI-агент = бариста: понимает контекст, предлагает варианты, адаптируется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Ключевые свойства AI-агентов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  <a:p>
            <a:r>
              <a:t>1. Автономность (Autonomy) — главное свойство</a:t>
            </a:r>
          </a:p>
          <a:p>
            <a:r>
              <a:t>2. Динамическое принятие решений</a:t>
            </a:r>
          </a:p>
          <a:p>
            <a:r>
              <a:t>3. Real-time data investigation</a:t>
            </a:r>
          </a:p>
          <a:p>
            <a:r>
              <a:t>4. GPT-based reasoning</a:t>
            </a:r>
          </a:p>
          <a:p>
            <a:r>
              <a:t>5. Continuous learning (память)</a:t>
            </a:r>
          </a:p>
          <a:p>
            <a:r>
              <a:t>6. Итерационный подход</a:t>
            </a:r>
          </a:p>
          <a:p>
            <a:r>
              <a:t>7. Взаимодействие со средой через инструменты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Блок 2: Архитектура AI-агентов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  <a:p>
            <a:r>
              <a:t>Продолжительность: 20 минут</a:t>
            </a:r>
          </a:p>
          <a:p>
            <a:r>
              <a:t>Цель: Изучить архитектуру и компоненты AI-агентов</a:t>
            </a:r>
          </a:p>
          <a:p>
            <a:r>
              <a:t>Ключевые темы: компоненты, System Message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Компоненты AI-агента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  <a:p>
            <a:r>
              <a:t>1. Input (Вход) — пользовательские сообщения, задачи</a:t>
            </a:r>
          </a:p>
          <a:p>
            <a:r>
              <a:t>2. Output (Выход) — результаты работы, ответы</a:t>
            </a:r>
          </a:p>
          <a:p>
            <a:r>
              <a:t>3. Actions (Действия) — выполнение операций, использование инструментов</a:t>
            </a:r>
          </a:p>
          <a:p>
            <a:r>
              <a:t>4. Reasoning (Рассуждение) — планирование, анализ, принятие решений</a:t>
            </a:r>
          </a:p>
          <a:p>
            <a:r>
              <a:t>5. Feedback Loop (Обратная связь) — анализ результатов, корректировка</a:t>
            </a:r>
          </a:p>
          <a:p>
            <a:endParaRPr/>
          </a:p>
          <a:p>
            <a:r>
              <a:t>Пример: "Принеси мне кофе"</a:t>
            </a:r>
          </a:p>
          <a:p>
            <a:r>
              <a:t>→ Reasoning → Actions → Результат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Message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System Message — </a:t>
            </a:r>
            <a:r>
              <a:rPr dirty="0" err="1"/>
              <a:t>ключевой</a:t>
            </a:r>
            <a:r>
              <a:rPr dirty="0"/>
              <a:t> </a:t>
            </a:r>
            <a:r>
              <a:rPr dirty="0" err="1"/>
              <a:t>компонент</a:t>
            </a:r>
            <a:r>
              <a:rPr dirty="0"/>
              <a:t>, </a:t>
            </a:r>
            <a:r>
              <a:rPr dirty="0" err="1"/>
              <a:t>определяющий</a:t>
            </a:r>
            <a:r>
              <a:rPr dirty="0"/>
              <a:t> </a:t>
            </a:r>
            <a:r>
              <a:rPr dirty="0" err="1"/>
              <a:t>поведение</a:t>
            </a:r>
            <a:r>
              <a:rPr dirty="0"/>
              <a:t> </a:t>
            </a:r>
            <a:r>
              <a:rPr dirty="0" err="1"/>
              <a:t>агента</a:t>
            </a:r>
            <a:endParaRPr dirty="0"/>
          </a:p>
          <a:p>
            <a:endParaRPr dirty="0"/>
          </a:p>
          <a:p>
            <a:r>
              <a:rPr dirty="0" err="1"/>
              <a:t>Назначение</a:t>
            </a:r>
            <a:r>
              <a:rPr dirty="0"/>
              <a:t>:</a:t>
            </a:r>
          </a:p>
          <a:p>
            <a:r>
              <a:rPr dirty="0"/>
              <a:t>• </a:t>
            </a:r>
            <a:r>
              <a:rPr dirty="0" err="1"/>
              <a:t>Определяет</a:t>
            </a:r>
            <a:r>
              <a:rPr dirty="0"/>
              <a:t>,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агент</a:t>
            </a:r>
            <a:r>
              <a:rPr dirty="0"/>
              <a:t> </a:t>
            </a:r>
            <a:r>
              <a:rPr dirty="0" err="1"/>
              <a:t>действует</a:t>
            </a:r>
            <a:endParaRPr dirty="0"/>
          </a:p>
          <a:p>
            <a:r>
              <a:rPr dirty="0"/>
              <a:t>• </a:t>
            </a:r>
            <a:r>
              <a:rPr dirty="0" err="1"/>
              <a:t>Описывает</a:t>
            </a:r>
            <a:r>
              <a:rPr dirty="0"/>
              <a:t> </a:t>
            </a:r>
            <a:r>
              <a:rPr dirty="0" err="1"/>
              <a:t>цели</a:t>
            </a:r>
            <a:r>
              <a:rPr dirty="0"/>
              <a:t> </a:t>
            </a:r>
            <a:r>
              <a:rPr dirty="0" err="1"/>
              <a:t>агента</a:t>
            </a:r>
            <a:endParaRPr dirty="0"/>
          </a:p>
          <a:p>
            <a:r>
              <a:rPr dirty="0"/>
              <a:t>• </a:t>
            </a:r>
            <a:r>
              <a:rPr dirty="0" err="1"/>
              <a:t>Задает</a:t>
            </a:r>
            <a:r>
              <a:rPr dirty="0"/>
              <a:t> </a:t>
            </a:r>
            <a:r>
              <a:rPr dirty="0" err="1"/>
              <a:t>правила</a:t>
            </a:r>
            <a:r>
              <a:rPr dirty="0"/>
              <a:t> </a:t>
            </a:r>
            <a:r>
              <a:rPr dirty="0" err="1"/>
              <a:t>инициализации</a:t>
            </a:r>
            <a:endParaRPr dirty="0"/>
          </a:p>
          <a:p>
            <a:r>
              <a:rPr dirty="0"/>
              <a:t>• </a:t>
            </a:r>
            <a:r>
              <a:rPr dirty="0" err="1"/>
              <a:t>Определяет</a:t>
            </a:r>
            <a:r>
              <a:rPr dirty="0"/>
              <a:t> </a:t>
            </a:r>
            <a:r>
              <a:rPr dirty="0" err="1"/>
              <a:t>жизненный</a:t>
            </a:r>
            <a:r>
              <a:rPr dirty="0"/>
              <a:t> </a:t>
            </a:r>
            <a:r>
              <a:rPr dirty="0" err="1"/>
              <a:t>цикл</a:t>
            </a:r>
            <a:r>
              <a:rPr dirty="0"/>
              <a:t> </a:t>
            </a:r>
            <a:r>
              <a:rPr dirty="0" err="1"/>
              <a:t>итераций</a:t>
            </a:r>
            <a:endParaRPr dirty="0"/>
          </a:p>
          <a:p>
            <a:r>
              <a:rPr dirty="0"/>
              <a:t>• </a:t>
            </a:r>
            <a:r>
              <a:rPr dirty="0" err="1"/>
              <a:t>Указывает</a:t>
            </a:r>
            <a:r>
              <a:rPr dirty="0"/>
              <a:t>, </a:t>
            </a:r>
            <a:r>
              <a:rPr dirty="0" err="1"/>
              <a:t>какие</a:t>
            </a:r>
            <a:r>
              <a:rPr dirty="0"/>
              <a:t> </a:t>
            </a:r>
            <a:r>
              <a:rPr dirty="0" err="1"/>
              <a:t>инструменты</a:t>
            </a:r>
            <a:r>
              <a:rPr dirty="0"/>
              <a:t> </a:t>
            </a:r>
            <a:r>
              <a:rPr dirty="0" err="1"/>
              <a:t>использовать</a:t>
            </a:r>
            <a:endParaRPr dirty="0"/>
          </a:p>
          <a:p>
            <a:endParaRPr dirty="0"/>
          </a:p>
          <a:p>
            <a:r>
              <a:rPr dirty="0" err="1"/>
              <a:t>Содержание</a:t>
            </a:r>
            <a:r>
              <a:rPr dirty="0"/>
              <a:t> </a:t>
            </a:r>
            <a:r>
              <a:rPr dirty="0" err="1"/>
              <a:t>должно</a:t>
            </a:r>
            <a:r>
              <a:rPr dirty="0"/>
              <a:t> </a:t>
            </a:r>
            <a:r>
              <a:rPr dirty="0" err="1"/>
              <a:t>включать</a:t>
            </a:r>
            <a:r>
              <a:rPr dirty="0"/>
              <a:t>:</a:t>
            </a:r>
          </a:p>
          <a:p>
            <a:r>
              <a:rPr dirty="0"/>
              <a:t>1. </a:t>
            </a:r>
            <a:r>
              <a:rPr dirty="0" err="1"/>
              <a:t>Описание</a:t>
            </a:r>
            <a:r>
              <a:rPr dirty="0"/>
              <a:t> </a:t>
            </a:r>
            <a:r>
              <a:rPr dirty="0" err="1"/>
              <a:t>роли</a:t>
            </a:r>
            <a:r>
              <a:rPr dirty="0"/>
              <a:t> </a:t>
            </a:r>
            <a:r>
              <a:rPr dirty="0" err="1"/>
              <a:t>агента</a:t>
            </a:r>
            <a:endParaRPr dirty="0"/>
          </a:p>
          <a:p>
            <a:r>
              <a:rPr dirty="0"/>
              <a:t>2. </a:t>
            </a:r>
            <a:r>
              <a:rPr dirty="0" err="1"/>
              <a:t>Цели</a:t>
            </a:r>
            <a:r>
              <a:rPr dirty="0"/>
              <a:t> </a:t>
            </a:r>
            <a:r>
              <a:rPr dirty="0" err="1"/>
              <a:t>агента</a:t>
            </a:r>
            <a:endParaRPr dirty="0"/>
          </a:p>
          <a:p>
            <a:r>
              <a:rPr dirty="0"/>
              <a:t>3. </a:t>
            </a:r>
            <a:r>
              <a:rPr dirty="0" err="1"/>
              <a:t>Правила</a:t>
            </a:r>
            <a:r>
              <a:rPr dirty="0"/>
              <a:t> </a:t>
            </a:r>
            <a:r>
              <a:rPr dirty="0" err="1"/>
              <a:t>работы</a:t>
            </a:r>
            <a:endParaRPr dirty="0"/>
          </a:p>
          <a:p>
            <a:r>
              <a:rPr dirty="0"/>
              <a:t>4. </a:t>
            </a:r>
            <a:r>
              <a:rPr dirty="0" err="1"/>
              <a:t>Описание</a:t>
            </a:r>
            <a:r>
              <a:rPr dirty="0"/>
              <a:t> </a:t>
            </a:r>
            <a:r>
              <a:rPr dirty="0" err="1"/>
              <a:t>инструментов</a:t>
            </a:r>
            <a:endParaRPr dirty="0"/>
          </a:p>
          <a:p>
            <a:r>
              <a:rPr dirty="0"/>
              <a:t>5. </a:t>
            </a:r>
            <a:r>
              <a:rPr dirty="0" err="1"/>
              <a:t>Жизненный</a:t>
            </a:r>
            <a:r>
              <a:rPr dirty="0"/>
              <a:t> </a:t>
            </a:r>
            <a:r>
              <a:rPr dirty="0" err="1"/>
              <a:t>цикл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Блок 3: Инструменты (Tools) и MCP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  <a:p>
            <a:r>
              <a:t>Продолжительность: 20 минут</a:t>
            </a:r>
          </a:p>
          <a:p>
            <a:r>
              <a:t>Цель: Понять роль инструментов в работе AI-агентов</a:t>
            </a:r>
          </a:p>
          <a:p>
            <a:r>
              <a:t>Ключевые темы: Tools, MCP протокол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Что такое Tools?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  <a:p>
            <a:r>
              <a:t>Tools (Инструменты) — внешние функции для выполнения задач</a:t>
            </a:r>
          </a:p>
          <a:p>
            <a:endParaRPr/>
          </a:p>
          <a:p>
            <a:r>
              <a:t>Без инструментов агент ограничен:</a:t>
            </a:r>
          </a:p>
          <a:p>
            <a:r>
              <a:t>• Может только генерировать текст</a:t>
            </a:r>
          </a:p>
          <a:p>
            <a:r>
              <a:t>• Не может взаимодействовать с внешним миром</a:t>
            </a:r>
          </a:p>
          <a:p>
            <a:endParaRPr/>
          </a:p>
          <a:p>
            <a:r>
              <a:t>С инструментами агент может:</a:t>
            </a:r>
          </a:p>
          <a:p>
            <a:r>
              <a:t>• Искать информацию в интернете</a:t>
            </a:r>
          </a:p>
          <a:p>
            <a:r>
              <a:t>• Работать с базами данных</a:t>
            </a:r>
          </a:p>
          <a:p>
            <a:r>
              <a:t>• Выполнять действия в системах</a:t>
            </a:r>
          </a:p>
          <a:p>
            <a:r>
              <a:t>• Генерировать изображения</a:t>
            </a:r>
          </a:p>
          <a:p>
            <a:endParaRPr/>
          </a:p>
          <a:p>
            <a:r>
              <a:t>Примеры: веб-поиск, RAG, генерация изображений, работа с БД, интеграции с 1С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 (Model Context Protocol)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  <a:p>
            <a:r>
              <a:t>MCP (Model Context Protocol) — протокол для создания инструментов</a:t>
            </a:r>
          </a:p>
          <a:p>
            <a:endParaRPr/>
          </a:p>
          <a:p>
            <a:r>
              <a:t>Преимущества:</a:t>
            </a:r>
          </a:p>
          <a:p>
            <a:r>
              <a:t>• Пишете инструмент один раз — работает везде</a:t>
            </a:r>
          </a:p>
          <a:p>
            <a:r>
              <a:t>• Не привязан к конкретной модели или фреймворку</a:t>
            </a:r>
          </a:p>
          <a:p>
            <a:r>
              <a:t>• Стандартизированный подход</a:t>
            </a:r>
          </a:p>
          <a:p>
            <a:endParaRPr/>
          </a:p>
          <a:p>
            <a:r>
              <a:t>Awesome MCP Service:</a:t>
            </a:r>
          </a:p>
          <a:p>
            <a:r>
              <a:t>• Множество готовых MCP серверов</a:t>
            </a:r>
          </a:p>
          <a:p>
            <a:r>
              <a:t>• Маркетинг, мониторинг, обработка видео, безопасность</a:t>
            </a:r>
          </a:p>
          <a:p>
            <a:endParaRPr/>
          </a:p>
          <a:p>
            <a:r>
              <a:t>Для работы с 1С:</a:t>
            </a:r>
          </a:p>
          <a:p>
            <a:r>
              <a:t>• MCP Server для 1С позволяет создавать инструменты</a:t>
            </a:r>
          </a:p>
          <a:p>
            <a:r>
              <a:t>• Инструменты доступны как MCP серверы</a:t>
            </a:r>
          </a:p>
          <a:p>
            <a:r>
              <a:t>• Упрощает интеграцию агентов с корпоративными системами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Блок 4: ReAct подход и память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  <a:p>
            <a:r>
              <a:t>Продолжительность: 15 минут</a:t>
            </a:r>
          </a:p>
          <a:p>
            <a:r>
              <a:t>Цель: Изучить ReAct подход и типы памяти</a:t>
            </a:r>
          </a:p>
          <a:p>
            <a:r>
              <a:t>Ключевые темы: Reasoning + Acting, краткосрочная и долгосрочная память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ReAct подход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  <a:p>
            <a:r>
              <a:t>ReAct (Reasoning + Acting) — чередование рассуждений и действий</a:t>
            </a:r>
          </a:p>
          <a:p>
            <a:endParaRPr/>
          </a:p>
          <a:p>
            <a:r>
              <a:t>Цикл работы:</a:t>
            </a:r>
          </a:p>
          <a:p>
            <a:r>
              <a:t>1. Reasoning — анализ ситуации, планирование</a:t>
            </a:r>
          </a:p>
          <a:p>
            <a:r>
              <a:t>2. Action — выполнение действия (вызов инструмента)</a:t>
            </a:r>
          </a:p>
          <a:p>
            <a:r>
              <a:t>3. Observation — анализ результата действия</a:t>
            </a:r>
          </a:p>
          <a:p>
            <a:r>
              <a:t>4. Reasoning — корректировка плана</a:t>
            </a:r>
          </a:p>
          <a:p>
            <a:r>
              <a:t>5. Повторение до достижения цели</a:t>
            </a:r>
          </a:p>
          <a:p>
            <a:endParaRPr/>
          </a:p>
          <a:p>
            <a:r>
              <a:t>Пример: "Какая погода в Москве?"</a:t>
            </a:r>
          </a:p>
          <a:p>
            <a:r>
              <a:t>→ Reasoning → Action → Observation → Reasoning → Результат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Память агента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  <a:p>
            <a:r>
              <a:t>Типы памяти:</a:t>
            </a:r>
          </a:p>
          <a:p>
            <a:endParaRPr/>
          </a:p>
          <a:p>
            <a:r>
              <a:t>1. Краткосрочная память:</a:t>
            </a:r>
          </a:p>
          <a:p>
            <a:r>
              <a:t>• Хранится в контексте LLM</a:t>
            </a:r>
          </a:p>
          <a:p>
            <a:r>
              <a:t>• Часть текущего контекста</a:t>
            </a:r>
          </a:p>
          <a:p>
            <a:r>
              <a:t>• Расширяется по мере работы</a:t>
            </a:r>
          </a:p>
          <a:p>
            <a:r>
              <a:t>• Пока задача не закончена</a:t>
            </a:r>
          </a:p>
          <a:p>
            <a:endParaRPr/>
          </a:p>
          <a:p>
            <a:r>
              <a:t>2. Долгосрочная память:</a:t>
            </a:r>
          </a:p>
          <a:p>
            <a:r>
              <a:t>• Сохраняется в базе данных (векторная БД)</a:t>
            </a:r>
          </a:p>
          <a:p>
            <a:r>
              <a:t>• Успешные решения и паттерны</a:t>
            </a:r>
          </a:p>
          <a:p>
            <a:r>
              <a:t>• Используется в будущих задачах</a:t>
            </a:r>
          </a:p>
          <a:p>
            <a:r>
              <a:t>• Позволяет агентам учиться</a:t>
            </a:r>
          </a:p>
          <a:p>
            <a:endParaRPr/>
          </a:p>
          <a:p>
            <a:r>
              <a:t>Оба типа памяти полезны и важны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Блок 5: Мультиагентные системы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  <a:p>
            <a:r>
              <a:t>Продолжительность: 10 минут</a:t>
            </a:r>
          </a:p>
          <a:p>
            <a:r>
              <a:t>Цель: Понять концепцию мультиагентных систем</a:t>
            </a:r>
          </a:p>
          <a:p>
            <a:endParaRPr/>
          </a:p>
          <a:p>
            <a:r>
              <a:t>Мультиагентная система — система из нескольких специализированных агентов</a:t>
            </a:r>
          </a:p>
          <a:p>
            <a:endParaRPr/>
          </a:p>
          <a:p>
            <a:r>
              <a:t>Зачем нужны:</a:t>
            </a:r>
          </a:p>
          <a:p>
            <a:r>
              <a:t>• Один агент не может решить все задачи одинаково хорошо</a:t>
            </a:r>
          </a:p>
          <a:p>
            <a:r>
              <a:t>• Чем более специализированный агент, тем лучше он решает свою задачу</a:t>
            </a:r>
          </a:p>
          <a:p>
            <a:r>
              <a:t>• Для корпоративной среды нужны разные агенты для разных задач</a:t>
            </a:r>
          </a:p>
          <a:p>
            <a:endParaRPr/>
          </a:p>
          <a:p>
            <a:r>
              <a:t>Примеры задач:</a:t>
            </a:r>
          </a:p>
          <a:p>
            <a:r>
              <a:t>• Вопросы по зарплате → агент по кадрам</a:t>
            </a:r>
          </a:p>
          <a:p>
            <a:r>
              <a:t>• Вопросы по серверам → агент по IT</a:t>
            </a:r>
          </a:p>
          <a:p>
            <a:r>
              <a:t>• Вопросы по системам → агент по системам</a:t>
            </a:r>
          </a:p>
          <a:p>
            <a:endParaRPr/>
          </a:p>
          <a:p>
            <a:r>
              <a:t>Роутинг-агент:</a:t>
            </a:r>
          </a:p>
          <a:p>
            <a:r>
              <a:t>• Понимает запрос пользователя</a:t>
            </a:r>
          </a:p>
          <a:p>
            <a:r>
              <a:t>• Задает уточняющие вопросы</a:t>
            </a:r>
          </a:p>
          <a:p>
            <a:r>
              <a:t>• Направляет запрос нужному специализированному агенту</a:t>
            </a:r>
          </a:p>
          <a:p>
            <a:r>
              <a:t>• Работает как диспетчер в call-центре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Блок 6: Кейсы применения AI-агентов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  <a:p>
            <a:r>
              <a:t>Продолжительность: 30 минут</a:t>
            </a:r>
          </a:p>
          <a:p>
            <a:r>
              <a:t>Цель: Изучить реальные кейсы применения AI-агентов</a:t>
            </a:r>
          </a:p>
          <a:p>
            <a:r>
              <a:t>Области применения: Customer Care, финансы, HR, продажи, производство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Care и поддержка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  <a:p>
            <a:r>
              <a:t>Консультант по кадрам (AppleDocs):</a:t>
            </a:r>
          </a:p>
          <a:p>
            <a:r>
              <a:t>• Помогает с отпусками</a:t>
            </a:r>
          </a:p>
          <a:p>
            <a:r>
              <a:t>• Анализирует стоимость отпуска в разные периоды</a:t>
            </a:r>
          </a:p>
          <a:p>
            <a:r>
              <a:t>• Проверяет пересечения с коллегами</a:t>
            </a:r>
          </a:p>
          <a:p>
            <a:r>
              <a:t>• Дает рекомендации по оптимальным датам</a:t>
            </a:r>
          </a:p>
          <a:p>
            <a:endParaRPr/>
          </a:p>
          <a:p>
            <a:r>
              <a:t>Бот поддержки:</a:t>
            </a:r>
          </a:p>
          <a:p>
            <a:r>
              <a:t>• Индексируется база знаний</a:t>
            </a:r>
          </a:p>
          <a:p>
            <a:r>
              <a:t>• Доступ к базе данных</a:t>
            </a:r>
          </a:p>
          <a:p>
            <a:r>
              <a:t>• Создается Telegram-бот за пару дней</a:t>
            </a:r>
          </a:p>
          <a:p>
            <a:r>
              <a:t>• Может заменить целый колл-центр</a:t>
            </a:r>
          </a:p>
          <a:p>
            <a:r>
              <a:t>• Обрабатывает рутинные запросы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Финансовые и бухгалтерские кейсы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  <a:p>
            <a:r>
              <a:t>Банк с выпиской:</a:t>
            </a:r>
          </a:p>
          <a:p>
            <a:r>
              <a:t>• Находит банковскую выписку на сайте</a:t>
            </a:r>
          </a:p>
          <a:p>
            <a:r>
              <a:t>• Адаптируется к изменениям интерфейса</a:t>
            </a:r>
          </a:p>
          <a:p>
            <a:r>
              <a:t>• Загружает выписку в 1С</a:t>
            </a:r>
          </a:p>
          <a:p>
            <a:r>
              <a:t>• Ставит проводки на основе назначения платежа</a:t>
            </a:r>
          </a:p>
          <a:p>
            <a:endParaRPr/>
          </a:p>
          <a:p>
            <a:r>
              <a:t>Нейроаудитор:</a:t>
            </a:r>
          </a:p>
          <a:p>
            <a:r>
              <a:t>• Пишет запросы к БД на естественном языке</a:t>
            </a:r>
          </a:p>
          <a:p>
            <a:r>
              <a:t>• Проверяет балансовые ведомости</a:t>
            </a:r>
          </a:p>
          <a:p>
            <a:r>
              <a:t>• Находит красное сальдо</a:t>
            </a:r>
          </a:p>
          <a:p>
            <a:r>
              <a:t>• Работает по расписанию в фоне</a:t>
            </a:r>
          </a:p>
          <a:p>
            <a:endParaRPr/>
          </a:p>
          <a:p>
            <a:r>
              <a:t>Агент по вводу первички:</a:t>
            </a:r>
          </a:p>
          <a:p>
            <a:r>
              <a:t>• Документ в чат → появился в 1С</a:t>
            </a:r>
          </a:p>
          <a:p>
            <a:r>
              <a:t>• OCR с пониманием сущности документа</a:t>
            </a:r>
          </a:p>
          <a:p>
            <a:endParaRPr/>
          </a:p>
          <a:p>
            <a:r>
              <a:t>BI-агент, Агент по платежам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HR и продажи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  <a:p>
            <a:r>
              <a:t>HR-агент:</a:t>
            </a:r>
          </a:p>
          <a:p>
            <a:r>
              <a:t>• Читает резюме</a:t>
            </a:r>
          </a:p>
          <a:p>
            <a:r>
              <a:t>• Пишет соискателям</a:t>
            </a:r>
          </a:p>
          <a:p>
            <a:r>
              <a:t>• Назначает интервью</a:t>
            </a:r>
          </a:p>
          <a:p>
            <a:r>
              <a:t>• Определяет соответствие по скиллам</a:t>
            </a:r>
          </a:p>
          <a:p>
            <a:endParaRPr/>
          </a:p>
          <a:p>
            <a:r>
              <a:t>Sales Agent:</a:t>
            </a:r>
          </a:p>
          <a:p>
            <a:r>
              <a:t>• Обогащение CRM</a:t>
            </a:r>
          </a:p>
          <a:p>
            <a:r>
              <a:t>• Ищет информацию о лидах в интернете</a:t>
            </a:r>
          </a:p>
          <a:p>
            <a:r>
              <a:t>• Находит профили в LinkedIn</a:t>
            </a:r>
          </a:p>
          <a:p>
            <a:r>
              <a:t>• Создает события (дни рождения, подарки)</a:t>
            </a:r>
          </a:p>
          <a:p>
            <a:r>
              <a:t>• Формирует персонализированные предложения</a:t>
            </a:r>
          </a:p>
          <a:p>
            <a:r>
              <a:t>• Экономит 60% времени sales-менеджеров</a:t>
            </a:r>
          </a:p>
          <a:p>
            <a:endParaRPr/>
          </a:p>
          <a:p>
            <a:r>
              <a:t>Анализатор звонков:</a:t>
            </a:r>
          </a:p>
          <a:p>
            <a:r>
              <a:t>• Расшифровывает записи звонков</a:t>
            </a:r>
          </a:p>
          <a:p>
            <a:r>
              <a:t>• Добавляет расшифровку в CRM</a:t>
            </a:r>
          </a:p>
          <a:p>
            <a:r>
              <a:t>• Оценивает качество звонка</a:t>
            </a:r>
          </a:p>
          <a:p>
            <a:r>
              <a:t>• Может заменить супервизора отдела продаж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Производство и логистика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  <a:p>
            <a:r>
              <a:t>Управление товарными запасами:</a:t>
            </a:r>
          </a:p>
          <a:p>
            <a:r>
              <a:t>• Получает информацию о продажах и остатках</a:t>
            </a:r>
          </a:p>
          <a:p>
            <a:r>
              <a:t>• Определяет необходимость подсортировки</a:t>
            </a:r>
          </a:p>
          <a:p>
            <a:r>
              <a:t>• Планирует заказы на склад</a:t>
            </a:r>
          </a:p>
          <a:p>
            <a:r>
              <a:t>• Анализирует динамику продаж</a:t>
            </a:r>
          </a:p>
          <a:p>
            <a:endParaRPr/>
          </a:p>
          <a:p>
            <a:r>
              <a:t>Система прогнозирования сбоев:</a:t>
            </a:r>
          </a:p>
          <a:p>
            <a:r>
              <a:t>• Анализирует логи производства</a:t>
            </a:r>
          </a:p>
          <a:p>
            <a:r>
              <a:t>• Находит ошибки и сбои</a:t>
            </a:r>
          </a:p>
          <a:p>
            <a:r>
              <a:t>• Автономный контроль и управление</a:t>
            </a:r>
          </a:p>
          <a:p>
            <a:r>
              <a:t>• Регулирует процессы в реальном времени</a:t>
            </a:r>
          </a:p>
          <a:p>
            <a:endParaRPr/>
          </a:p>
          <a:p>
            <a:r>
              <a:t>Управление цепочкой поставок:</a:t>
            </a:r>
          </a:p>
          <a:p>
            <a:r>
              <a:t>• Оптимизирует закупки</a:t>
            </a:r>
          </a:p>
          <a:p>
            <a:r>
              <a:t>• Планирует логистику</a:t>
            </a:r>
          </a:p>
          <a:p>
            <a:r>
              <a:t>• Определяет оптимальное время доставки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Блок 7: Практическая демонстрация в N8N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  <a:p>
            <a:r>
              <a:t>Продолжительность: 25 минут</a:t>
            </a:r>
          </a:p>
          <a:p>
            <a:r>
              <a:t>Цель: Создать работающего AI-агента в N8N</a:t>
            </a:r>
          </a:p>
          <a:p>
            <a:r>
              <a:t>Задача: Агент получает информацию о продажах и отвечает на вопросы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Создание простого агента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  <a:p>
            <a:r>
              <a:t>1. Создание Simple AI Agent в N8N</a:t>
            </a:r>
          </a:p>
          <a:p>
            <a:r>
              <a:t>2. Настройка триггера (Chat Message, Webhook, Email)</a:t>
            </a:r>
          </a:p>
          <a:p>
            <a:r>
              <a:t>3. Настройка модели (OpenAI, GPT-4o mini или GPT-4)</a:t>
            </a:r>
          </a:p>
          <a:p>
            <a:r>
              <a:t>4. Настройка памяти (Simple Memory, Context Windows: 5)</a:t>
            </a:r>
          </a:p>
          <a:p>
            <a:r>
              <a:t>5. Добавление инструментов (MCP Server для 1С)</a:t>
            </a:r>
          </a:p>
          <a:p>
            <a:r>
              <a:t>6. Настройка System Message</a:t>
            </a:r>
          </a:p>
          <a:p>
            <a:r>
              <a:t>7. Тестирование агента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Шаги создания агента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  <a:p>
            <a:r>
              <a:t>Детали настройки:</a:t>
            </a:r>
          </a:p>
          <a:p>
            <a:endParaRPr/>
          </a:p>
          <a:p>
            <a:r>
              <a:t>Инструменты:</a:t>
            </a:r>
          </a:p>
          <a:p>
            <a:r>
              <a:t>• Создать инструмент GetSales (получение продаж)</a:t>
            </a:r>
          </a:p>
          <a:p>
            <a:r>
              <a:t>• Выбрать отчет (например, "Валовая прибыль")</a:t>
            </a:r>
          </a:p>
          <a:p>
            <a:r>
              <a:t>• Опубликовать как MCP сервер</a:t>
            </a:r>
          </a:p>
          <a:p>
            <a:endParaRPr/>
          </a:p>
          <a:p>
            <a:r>
              <a:t>System Message:</a:t>
            </a:r>
          </a:p>
          <a:p>
            <a:r>
              <a:t>• Описать роль агента</a:t>
            </a:r>
          </a:p>
          <a:p>
            <a:r>
              <a:t>• Указать, что нужно использовать инструменты</a:t>
            </a:r>
          </a:p>
          <a:p>
            <a:r>
              <a:t>• Проанализировать результат инструмента</a:t>
            </a:r>
          </a:p>
          <a:p>
            <a:r>
              <a:t>• Ответить на русском языке</a:t>
            </a:r>
          </a:p>
          <a:p>
            <a:endParaRPr/>
          </a:p>
          <a:p>
            <a:r>
              <a:t>Публикация:</a:t>
            </a:r>
          </a:p>
          <a:p>
            <a:r>
              <a:t>• Сделать чат публичным</a:t>
            </a:r>
          </a:p>
          <a:p>
            <a:r>
              <a:t>• Получить ссылку для доступа</a:t>
            </a:r>
          </a:p>
          <a:p>
            <a:r>
              <a:t>• Активировать workflow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Блок 8: Платформы и инструменты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  <a:p>
            <a:r>
              <a:t>Продолжительность: 10 минут</a:t>
            </a:r>
          </a:p>
          <a:p>
            <a:r>
              <a:t>Цель: Обзор платформ и инструментов для разработки AI-агентов</a:t>
            </a:r>
          </a:p>
          <a:p>
            <a:r>
              <a:t>Ключевые темы: N8N, LangChain, LangGraph, RAG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Популярные платформы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  <a:p>
            <a:r>
              <a:t>N8N:</a:t>
            </a:r>
          </a:p>
          <a:p>
            <a:r>
              <a:t>• Изначально система автоматизации workflow</a:t>
            </a:r>
          </a:p>
          <a:p>
            <a:r>
              <a:t>• Теперь поддерживает AI-агентов</a:t>
            </a:r>
          </a:p>
          <a:p>
            <a:r>
              <a:t>• Визуальный интерфейс</a:t>
            </a:r>
          </a:p>
          <a:p>
            <a:r>
              <a:t>• Простое создание агентов</a:t>
            </a:r>
          </a:p>
          <a:p>
            <a:endParaRPr/>
          </a:p>
          <a:p>
            <a:r>
              <a:t>LangChain:</a:t>
            </a:r>
          </a:p>
          <a:p>
            <a:r>
              <a:t>• Популярный фреймворк для разработки агентов</a:t>
            </a:r>
          </a:p>
          <a:p>
            <a:r>
              <a:t>• Кодовая среда разработки</a:t>
            </a:r>
          </a:p>
          <a:p>
            <a:r>
              <a:t>• Гибкость и расширяемость</a:t>
            </a:r>
          </a:p>
          <a:p>
            <a:endParaRPr/>
          </a:p>
          <a:p>
            <a:r>
              <a:t>LangGraph:</a:t>
            </a:r>
          </a:p>
          <a:p>
            <a:r>
              <a:t>• Самый популярный представитель кодовых сред</a:t>
            </a:r>
          </a:p>
          <a:p>
            <a:r>
              <a:t>• Графовая структура агентов</a:t>
            </a:r>
          </a:p>
          <a:p>
            <a:r>
              <a:t>• Мощный инструментарий</a:t>
            </a:r>
          </a:p>
          <a:p>
            <a:endParaRPr/>
          </a:p>
          <a:p>
            <a:r>
              <a:t>Другие: Cursor, Cloud Code и множество других фреймворков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как основной паттерн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  <a:p>
            <a:r>
              <a:t>RAG (Retrieval Augmented Generation):</a:t>
            </a:r>
          </a:p>
          <a:p>
            <a:r>
              <a:t>• Базовый тренд в продуктах с AI-агентами</a:t>
            </a:r>
          </a:p>
          <a:p>
            <a:r>
              <a:t>• Решение проблемы ограниченного контекста LLM</a:t>
            </a:r>
          </a:p>
          <a:p>
            <a:r>
              <a:t>• Поиск релевантной информации и добавление в контекст</a:t>
            </a:r>
          </a:p>
          <a:p>
            <a:r>
              <a:t>• Обязательно нужно знать</a:t>
            </a:r>
          </a:p>
          <a:p>
            <a:endParaRPr/>
          </a:p>
          <a:p>
            <a:r>
              <a:t>Стек для запуска агентов:</a:t>
            </a:r>
          </a:p>
          <a:p>
            <a:r>
              <a:t>• Аутентификация</a:t>
            </a:r>
          </a:p>
          <a:p>
            <a:r>
              <a:t>• Инструменты (tools)</a:t>
            </a:r>
          </a:p>
          <a:p>
            <a:r>
              <a:t>• Доступность через разные варианты оркестрации</a:t>
            </a:r>
          </a:p>
          <a:p>
            <a:r>
              <a:t>• Модель для агента</a:t>
            </a:r>
          </a:p>
          <a:p>
            <a:r>
              <a:t>• Стек или облако для развертывания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Блок 9: Тренды и перспективы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  <a:p>
            <a:r>
              <a:t>Продолжительность: 5 минут</a:t>
            </a:r>
          </a:p>
          <a:p>
            <a:r>
              <a:t>Цель: Обсудить тренды и перспективы развития AI-агентов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Рост интереса к AI-агентам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  <a:p>
            <a:r>
              <a:t>Статистика:</a:t>
            </a:r>
          </a:p>
          <a:p>
            <a:r>
              <a:t>• Резкий рост интереса к AI-агентам</a:t>
            </a:r>
          </a:p>
          <a:p>
            <a:r>
              <a:t>• Промпт-инжиниринг уже не так интересен</a:t>
            </a:r>
          </a:p>
          <a:p>
            <a:r>
              <a:t>• Fine-tuning и обучение с подкреплением тоже</a:t>
            </a:r>
          </a:p>
          <a:p>
            <a:r>
              <a:t>• AI-агенты — новый тренд</a:t>
            </a:r>
          </a:p>
          <a:p>
            <a:endParaRPr/>
          </a:p>
          <a:p>
            <a:r>
              <a:t>Применение:</a:t>
            </a:r>
          </a:p>
          <a:p>
            <a:r>
              <a:t>• Практически везде, где работа связана с обработкой информации</a:t>
            </a:r>
          </a:p>
          <a:p>
            <a:r>
              <a:t>• Если работа только с компьютером — повод задуматься</a:t>
            </a:r>
          </a:p>
          <a:p>
            <a:r>
              <a:t>• Революция уже происходит</a:t>
            </a:r>
          </a:p>
          <a:p>
            <a:endParaRPr/>
          </a:p>
          <a:p>
            <a:r>
              <a:t>Рекомендация:</a:t>
            </a:r>
          </a:p>
          <a:p>
            <a:r>
              <a:t>• Начинать разрабатывать агентов сейчас</a:t>
            </a:r>
          </a:p>
          <a:p>
            <a:r>
              <a:t>• Стать центром компетенции</a:t>
            </a:r>
          </a:p>
          <a:p>
            <a:r>
              <a:t>• Возглавить революцию, а не быть замененным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Резюме лекции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  <a:p>
            <a:r>
              <a:t>Продолжительность: 5 минут</a:t>
            </a:r>
          </a:p>
          <a:p>
            <a:r>
              <a:t>Цель: Закрепить ключевые моменты лекции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Ключевые моменты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/>
          </a:p>
          <a:p>
            <a:r>
              <a:t>1. AI-агенты vs Workflow:</a:t>
            </a:r>
          </a:p>
          <a:p>
            <a:r>
              <a:t>   • AI-агенты — автономные системы с адаптацией</a:t>
            </a:r>
          </a:p>
          <a:p>
            <a:r>
              <a:t>   • Workflow — детерминированные системы</a:t>
            </a:r>
          </a:p>
          <a:p>
            <a:endParaRPr/>
          </a:p>
          <a:p>
            <a:r>
              <a:t>2. Ключевые свойства:</a:t>
            </a:r>
          </a:p>
          <a:p>
            <a:r>
              <a:t>   • Автономность — главное свойство</a:t>
            </a:r>
          </a:p>
          <a:p>
            <a:r>
              <a:t>   • Динамическое принятие решений</a:t>
            </a:r>
          </a:p>
          <a:p>
            <a:r>
              <a:t>   • Итерационный подход</a:t>
            </a:r>
          </a:p>
          <a:p>
            <a:r>
              <a:t>   • Непрерывное обучение</a:t>
            </a:r>
          </a:p>
          <a:p>
            <a:endParaRPr/>
          </a:p>
          <a:p>
            <a:r>
              <a:t>3. Компоненты:</a:t>
            </a:r>
          </a:p>
          <a:p>
            <a:r>
              <a:t>   • System Message — определяет поведение</a:t>
            </a:r>
          </a:p>
          <a:p>
            <a:r>
              <a:t>   • Tools — инструменты для выполнения задач</a:t>
            </a:r>
          </a:p>
          <a:p>
            <a:r>
              <a:t>   • Memory — краткосрочная и долгосрочная</a:t>
            </a:r>
          </a:p>
          <a:p>
            <a:r>
              <a:t>   • ReAct подход: Reasoning → Action → Observation</a:t>
            </a:r>
          </a:p>
          <a:p>
            <a:endParaRPr/>
          </a:p>
          <a:p>
            <a:r>
              <a:t>4. Инструменты:</a:t>
            </a:r>
          </a:p>
          <a:p>
            <a:r>
              <a:t>   • MCP (Model Context Protocol) — стандарт</a:t>
            </a:r>
          </a:p>
          <a:p>
            <a:r>
              <a:t>   • Множество готовых MCP серверов</a:t>
            </a:r>
          </a:p>
          <a:p>
            <a:endParaRPr/>
          </a:p>
          <a:p>
            <a:r>
              <a:t>5. Кейсы применения:</a:t>
            </a:r>
          </a:p>
          <a:p>
            <a:r>
              <a:t>   • Customer care, финансы, HR, продажи, производство</a:t>
            </a:r>
          </a:p>
          <a:p>
            <a:endParaRPr/>
          </a:p>
          <a:p>
            <a:r>
              <a:t>6. Платформы:</a:t>
            </a:r>
          </a:p>
          <a:p>
            <a:r>
              <a:t>   • N8N — визуальная разработка</a:t>
            </a:r>
          </a:p>
          <a:p>
            <a:r>
              <a:t>   • LangChain, LangGraph — кодовая разработка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Q&amp;A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Спасибо за внимание!</a:t>
            </a:r>
          </a:p>
          <a:p>
            <a:r>
              <a:t>Вопросы?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BeringPro Apple Green – Northern Sea Blue">
  <a:themeElements>
    <a:clrScheme name="Apple Green - Northern Sea Blue">
      <a:dk1>
        <a:srgbClr val="000000"/>
      </a:dk1>
      <a:lt1>
        <a:srgbClr val="FFFFFF"/>
      </a:lt1>
      <a:dk2>
        <a:srgbClr val="042E99"/>
      </a:dk2>
      <a:lt2>
        <a:srgbClr val="59C620"/>
      </a:lt2>
      <a:accent1>
        <a:srgbClr val="042E99"/>
      </a:accent1>
      <a:accent2>
        <a:srgbClr val="59C620"/>
      </a:accent2>
      <a:accent3>
        <a:srgbClr val="E8E8E8"/>
      </a:accent3>
      <a:accent4>
        <a:srgbClr val="CDCDCD"/>
      </a:accent4>
      <a:accent5>
        <a:srgbClr val="949494"/>
      </a:accent5>
      <a:accent6>
        <a:srgbClr val="646464"/>
      </a:accent6>
      <a:hlink>
        <a:srgbClr val="595959"/>
      </a:hlink>
      <a:folHlink>
        <a:srgbClr val="042E99"/>
      </a:folHlink>
    </a:clrScheme>
    <a:fontScheme name="Bearingpoin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rgbClr val="B7B1A9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16_9 BearingPoint Template (short) v2.7" id="{E8962552-80BF-3741-8B27-BCEF619BBC36}" vid="{71E74F71-21B4-874A-8493-CEA4B0623753}"/>
    </a:ext>
  </a:ext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 из библиотеки" ma:contentTypeID="0x010100E55D4DECF36843D489F2C4621C57C7AD00742334620ED96C48B0C5781032BFD315" ma:contentTypeVersion="" ma:contentTypeDescription="" ma:contentTypeScope="" ma:versionID="6bee7cf48d5c0cdf87d6dbdae9f2bb06">
  <xsd:schema xmlns:xsd="http://www.w3.org/2001/XMLSchema" xmlns:xs="http://www.w3.org/2001/XMLSchema" xmlns:p="http://schemas.microsoft.com/office/2006/metadata/properties" xmlns:ns1="http://schemas.microsoft.com/sharepoint/v3" xmlns:ns2="0E6E5BAF-7AEC-4C5B-80A1-F7DF7513294B" targetNamespace="http://schemas.microsoft.com/office/2006/metadata/properties" ma:root="true" ma:fieldsID="d4ad5171c9189ac7699ad47f3d2e9c98" ns1:_="" ns2:_="">
    <xsd:import namespace="http://schemas.microsoft.com/sharepoint/v3"/>
    <xsd:import namespace="0E6E5BAF-7AEC-4C5B-80A1-F7DF7513294B"/>
    <xsd:element name="properties">
      <xsd:complexType>
        <xsd:sequence>
          <xsd:element name="documentManagement">
            <xsd:complexType>
              <xsd:all>
                <xsd:element ref="ns1:TemplateUrl" minOccurs="0"/>
                <xsd:element ref="ns1:xd_ProgID" minOccurs="0"/>
                <xsd:element ref="ns1:xd_Signature" minOccurs="0"/>
                <xsd:element ref="ns2:DocType" minOccurs="0"/>
                <xsd:element ref="ns2:DocDueDate" minOccurs="0"/>
                <xsd:element ref="ns2:DocIsArchive" minOccurs="0"/>
                <xsd:element ref="ns2:DocCreated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TemplateUrl" ma:index="1" nillable="true" ma:displayName="Ссылка на шаблон" ma:hidden="true" ma:internalName="TemplateUrl">
      <xsd:simpleType>
        <xsd:restriction base="dms:Text"/>
      </xsd:simpleType>
    </xsd:element>
    <xsd:element name="xd_ProgID" ma:index="2" nillable="true" ma:displayName="Ссылка на HTML-файл" ma:hidden="true" ma:internalName="xd_ProgID">
      <xsd:simpleType>
        <xsd:restriction base="dms:Text"/>
      </xsd:simpleType>
    </xsd:element>
    <xsd:element name="xd_Signature" ma:index="3" nillable="true" ma:displayName="Подписан" ma:hidden="true" ma:internalName="xd_Signature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6E5BAF-7AEC-4C5B-80A1-F7DF7513294B" elementFormDefault="qualified">
    <xsd:import namespace="http://schemas.microsoft.com/office/2006/documentManagement/types"/>
    <xsd:import namespace="http://schemas.microsoft.com/office/infopath/2007/PartnerControls"/>
    <xsd:element name="DocType" ma:index="6" nillable="true" ma:displayName="Тип документа" ma:list="{72142890-8E0E-41EA-9363-146419390B82}" ma:internalName="DocType" ma:showField="Title">
      <xsd:simpleType>
        <xsd:restriction base="dms:Lookup"/>
      </xsd:simpleType>
    </xsd:element>
    <xsd:element name="DocDueDate" ma:index="7" nillable="true" ma:displayName="Срок действия" ma:format="DateOnly" ma:internalName="DocDueDate">
      <xsd:simpleType>
        <xsd:restriction base="dms:DateTime"/>
      </xsd:simpleType>
    </xsd:element>
    <xsd:element name="DocIsArchive" ma:index="8" nillable="true" ma:displayName="Архивный" ma:internalName="DocIsArchive">
      <xsd:simpleType>
        <xsd:restriction base="dms:Boolean"/>
      </xsd:simpleType>
    </xsd:element>
    <xsd:element name="DocCreatedDate" ma:index="9" nillable="true" ma:displayName="Дата создания" ma:internalName="DocCreatedDat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/>
        <xsd:element ref="dc:title" minOccurs="0" maxOccurs="1" ma:index="0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emplateUrl xmlns="http://schemas.microsoft.com/sharepoint/v3" xsi:nil="true"/>
    <DocIsArchive xmlns="0E6E5BAF-7AEC-4C5B-80A1-F7DF7513294B" xsi:nil="true"/>
    <DocType xmlns="0E6E5BAF-7AEC-4C5B-80A1-F7DF7513294B" xsi:nil="true"/>
    <DocDueDate xmlns="0E6E5BAF-7AEC-4C5B-80A1-F7DF7513294B" xsi:nil="true"/>
    <xd_ProgID xmlns="http://schemas.microsoft.com/sharepoint/v3" xsi:nil="true"/>
    <DocCreatedDate xmlns="0E6E5BAF-7AEC-4C5B-80A1-F7DF7513294B" xsi:nil="true"/>
  </documentManagement>
</p:properties>
</file>

<file path=customXml/itemProps1.xml><?xml version="1.0" encoding="utf-8"?>
<ds:datastoreItem xmlns:ds="http://schemas.openxmlformats.org/officeDocument/2006/customXml" ds:itemID="{1762EA93-87EA-417F-AA36-731B1EBE055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0E6E5BAF-7AEC-4C5B-80A1-F7DF7513294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35AE2ED-9A50-433E-9312-75F2CAEB0C83}">
  <ds:schemaRefs>
    <ds:schemaRef ds:uri="http://purl.org/dc/dcmitype/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cb10b3d3-966d-4fad-8f92-93131fbdd1ae"/>
    <ds:schemaRef ds:uri="http://schemas.openxmlformats.org/package/2006/metadata/core-properties"/>
    <ds:schemaRef ds:uri="2f3c98a0-dac0-49d9-bdd4-e787c7b90dd2"/>
    <ds:schemaRef ds:uri="http://www.w3.org/XML/1998/namespace"/>
    <ds:schemaRef ds:uri="http://purl.org/dc/elements/1.1/"/>
    <ds:schemaRef ds:uri="http://schemas.microsoft.com/sharepoint/v3"/>
    <ds:schemaRef ds:uri="0E6E5BAF-7AEC-4C5B-80A1-F7DF7513294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16_9 BearingPoint Template v2.7</Template>
  <TotalTime>0</TotalTime>
  <Words>1660</Words>
  <Application>Microsoft Office PowerPoint</Application>
  <PresentationFormat>Широкоэкранный</PresentationFormat>
  <Paragraphs>368</Paragraphs>
  <Slides>32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38" baseType="lpstr">
      <vt:lpstr>Arial</vt:lpstr>
      <vt:lpstr>Calibri</vt:lpstr>
      <vt:lpstr>Courier New</vt:lpstr>
      <vt:lpstr>Montserrat</vt:lpstr>
      <vt:lpstr>Verdana</vt:lpstr>
      <vt:lpstr>1_BeringPro Apple Green – Northern Sea Blue</vt:lpstr>
      <vt:lpstr>Презентация PowerPoint</vt:lpstr>
      <vt:lpstr>Блок 1: Введение в AI-агенты</vt:lpstr>
      <vt:lpstr>Что такое AI-агенты?</vt:lpstr>
      <vt:lpstr>AI-агенты vs Workflow</vt:lpstr>
      <vt:lpstr>Ключевые свойства AI-агентов</vt:lpstr>
      <vt:lpstr>Блок 2: Архитектура AI-агентов</vt:lpstr>
      <vt:lpstr>Компоненты AI-агента</vt:lpstr>
      <vt:lpstr>System Message</vt:lpstr>
      <vt:lpstr>Блок 3: Инструменты (Tools) и MCP</vt:lpstr>
      <vt:lpstr>Что такое Tools?</vt:lpstr>
      <vt:lpstr>MCP (Model Context Protocol)</vt:lpstr>
      <vt:lpstr>Блок 4: ReAct подход и память</vt:lpstr>
      <vt:lpstr>ReAct подход</vt:lpstr>
      <vt:lpstr>Память агента</vt:lpstr>
      <vt:lpstr>Блок 5: Мультиагентные системы</vt:lpstr>
      <vt:lpstr>Блок 6: Кейсы применения AI-агентов</vt:lpstr>
      <vt:lpstr>Customer Care и поддержка</vt:lpstr>
      <vt:lpstr>Финансовые и бухгалтерские кейсы</vt:lpstr>
      <vt:lpstr>HR и продажи</vt:lpstr>
      <vt:lpstr>Производство и логистика</vt:lpstr>
      <vt:lpstr>Блок 7: Практическая демонстрация в N8N</vt:lpstr>
      <vt:lpstr>Создание простого агента</vt:lpstr>
      <vt:lpstr>Шаги создания агента</vt:lpstr>
      <vt:lpstr>Блок 8: Платформы и инструменты</vt:lpstr>
      <vt:lpstr>Популярные платформы</vt:lpstr>
      <vt:lpstr>RAG как основной паттерн</vt:lpstr>
      <vt:lpstr>Блок 9: Тренды и перспективы</vt:lpstr>
      <vt:lpstr>Рост интереса к AI-агентам</vt:lpstr>
      <vt:lpstr>Резюме лекции</vt:lpstr>
      <vt:lpstr>Ключевые моменты</vt:lpstr>
      <vt:lpstr>Презентация PowerPoint</vt:lpstr>
      <vt:lpstr>Презентация PowerPoint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AI-агенты: основы и практическое применение</dc:title>
  <dc:subject>Лекция 10 - Автоматизация бизнес-процессов</dc:subject>
  <dc:creator/>
  <cp:keywords>AI-агенты, автоматизация, N8N, MCP, ReAct</cp:keywords>
  <cp:lastModifiedBy/>
  <cp:revision>1</cp:revision>
  <dcterms:created xsi:type="dcterms:W3CDTF">2019-07-16T14:31:15Z</dcterms:created>
  <dcterms:modified xsi:type="dcterms:W3CDTF">2025-11-18T12:04:22Z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0x010100E55D4DECF36843D489F2C4621C57C7AD00742334620ED96C48B0C5781032BFD315</vt:lpwstr>
  </property>
</Properties>
</file>